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Full-day, terminal-first workshop on goose. We go bottom-up: agent
fundamentals, then goose itself, then every major feature, then architecture,
then where the project is heading with GDK. Everything we cover maps to
goose-docs.ai/docs/category/guides.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up while the room settles. Scanning takes ten seconds and people can do
it before we start rather than at the end when they are packing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point that the model is only one of four layers. Ask the room: who has
written a for-loop around an LLM call? That is an agent in embryo. Everything
else in goose is hardening that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local-first and open source. The agent runs on your laptop, your keys
stay in your keyring, and nothing forces you onto one model vendor. Mention the
AAIF move (April 2026). This is now foundation-governed, not a single-company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here. This is not a takedown. The honest differentiator for goose is that
it is open source, model-agnostic and embeddable. Note the deprecation: CLI
providers are backward-compat only, ACP providers are the supported path and they
preserve MCP extensions.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 everyone should have goose running and a provider configured before
we move on. Free options: Google Gemini free tier, or Ollama for fully local.
Windows users, decline the keyring prompt and use environment variables if you
hit keyring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config file live and walk it. Point out that extensions are just YAML
entries with a type: builtin, platform, stdio, streamable_http, frontend,
inline_python. Show available_tools as a token-saving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stale-session point is the practical one. Long sessions accumulate
contradictory context and the model starts fighting its own history. New task,
new session. Treat it like a clean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Context engineering is where practitioners get
the biggest wins. Demo: add a .goosehints file with build commands and coding
conventions, then show the difference in a fresh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recipes as the unit of team scale. One engineer works out a workflow; a
recipe turns that into something the rest of the team runs without rediscovering
it. Show the Recipe Cookbook and the deeplink generator on the docs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Guidance: start everyone in smart_approve. Let them feel the prompts, then explain
why auto mode belongs in a container or a disposable branch, never on a machine
with production credentials 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supply-chain point concretely: an MCP server runs on your machine with
your credentials. The threat model is not the model going rogue, it is a poisoned
tool description or a malicious README instructing your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this slide line by line. Point at it, say these exist, and flag the
three that matter most for this audience: multi-model config for cost, remote
server for heavy runs, and run tasks for CI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LSP analogy lands well with engineers. Before LSP, every editor implemented
every language. ACP is the same bet for agents: implement the protocol once and
any compliant client can drive any compliant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loop on the whiteboard as you talk. Step 5 is the one people miss.
Context revision is why goose stays usable on long tasks where a naive loop would
blow the window in twenty 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platform story: goose today is a good agent; GDK is the bet that the
agent loop becomes shared infrastructure the way the Lightning Development Kit
did for payments. Invite the room to contribute. It is foundation-governed and
open to outside contributors.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with open-source AI agents</dc:title>
  <dc:subject>Hands-on workshop on goose. From "what is an agent?" to the goose Development
Kit: sessions, context engineering, recipes, tool permissions, MCP and ACP.
Azeez Syed, AIYatra.
</dc:subject>
  <dc:creator>Azeez Syed</dc:creator>
  <cp:lastModifiedBy>Azeez Syed</cp:lastModifiedBy>
  <cp:revision>1</cp:revision>
  <dcterms:created xsi:type="dcterms:W3CDTF">2026-08-07T14:54:44Z</dcterms:created>
  <dcterms:modified xsi:type="dcterms:W3CDTF">2026-08-07T14:54:44Z</dcterms:modified>
</cp:coreProperties>
</file>