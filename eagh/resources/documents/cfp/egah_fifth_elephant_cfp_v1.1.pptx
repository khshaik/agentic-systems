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7" r:id="rId5"/>
    <p:sldId id="259" r:id="rId6"/>
    <p:sldId id="266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32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01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, Khaja {PEP}" userId="af594e6b-185c-4e25-9752-b7d60b545147" providerId="ADAL" clId="{9FF9BD8E-034D-54D7-95B7-843FED4B39B3}"/>
    <pc:docChg chg="undo custSel addSld delSld modSld sldOrd">
      <pc:chgData name="Shaik, Khaja {PEP}" userId="af594e6b-185c-4e25-9752-b7d60b545147" providerId="ADAL" clId="{9FF9BD8E-034D-54D7-95B7-843FED4B39B3}" dt="2026-08-27T03:11:41.189" v="146" actId="478"/>
      <pc:docMkLst>
        <pc:docMk/>
      </pc:docMkLst>
      <pc:sldChg chg="addSp delSp modSp add del mod">
        <pc:chgData name="Shaik, Khaja {PEP}" userId="af594e6b-185c-4e25-9752-b7d60b545147" providerId="ADAL" clId="{9FF9BD8E-034D-54D7-95B7-843FED4B39B3}" dt="2026-08-27T03:11:41.189" v="146" actId="478"/>
        <pc:sldMkLst>
          <pc:docMk/>
          <pc:sldMk cId="0" sldId="256"/>
        </pc:sldMkLst>
        <pc:spChg chg="mod">
          <ac:chgData name="Shaik, Khaja {PEP}" userId="af594e6b-185c-4e25-9752-b7d60b545147" providerId="ADAL" clId="{9FF9BD8E-034D-54D7-95B7-843FED4B39B3}" dt="2026-08-27T02:43:20.541" v="101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43:31.960" v="102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43:47.655" v="108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38:29.919" v="14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38:24.529" v="3" actId="14100"/>
          <ac:spMkLst>
            <pc:docMk/>
            <pc:sldMk cId="0" sldId="256"/>
            <ac:spMk id="8" creationId="{00000000-0000-0000-0000-000000000000}"/>
          </ac:spMkLst>
        </pc:spChg>
        <pc:picChg chg="add del mod">
          <ac:chgData name="Shaik, Khaja {PEP}" userId="af594e6b-185c-4e25-9752-b7d60b545147" providerId="ADAL" clId="{9FF9BD8E-034D-54D7-95B7-843FED4B39B3}" dt="2026-08-27T03:11:41.189" v="146" actId="478"/>
          <ac:picMkLst>
            <pc:docMk/>
            <pc:sldMk cId="0" sldId="256"/>
            <ac:picMk id="10" creationId="{2E491181-38F7-5F20-B3CF-1F0073990322}"/>
          </ac:picMkLst>
        </pc:picChg>
        <pc:picChg chg="add del mod">
          <ac:chgData name="Shaik, Khaja {PEP}" userId="af594e6b-185c-4e25-9752-b7d60b545147" providerId="ADAL" clId="{9FF9BD8E-034D-54D7-95B7-843FED4B39B3}" dt="2026-08-27T03:01:42.642" v="137" actId="478"/>
          <ac:picMkLst>
            <pc:docMk/>
            <pc:sldMk cId="0" sldId="256"/>
            <ac:picMk id="10" creationId="{EE8F4453-2C09-86E6-745F-386D50F55DE7}"/>
          </ac:picMkLst>
        </pc:picChg>
      </pc:sldChg>
      <pc:sldChg chg="delSp modSp mod">
        <pc:chgData name="Shaik, Khaja {PEP}" userId="af594e6b-185c-4e25-9752-b7d60b545147" providerId="ADAL" clId="{9FF9BD8E-034D-54D7-95B7-843FED4B39B3}" dt="2026-08-27T02:47:18.413" v="126" actId="1076"/>
        <pc:sldMkLst>
          <pc:docMk/>
          <pc:sldMk cId="0" sldId="257"/>
        </pc:sldMkLst>
        <pc:spChg chg="mod">
          <ac:chgData name="Shaik, Khaja {PEP}" userId="af594e6b-185c-4e25-9752-b7d60b545147" providerId="ADAL" clId="{9FF9BD8E-034D-54D7-95B7-843FED4B39B3}" dt="2026-08-27T02:38:37.690" v="16" actId="14100"/>
          <ac:spMkLst>
            <pc:docMk/>
            <pc:sldMk cId="0" sldId="257"/>
            <ac:spMk id="2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39:41.249" v="47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47:18.413" v="126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39:01.721" v="23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44:22.500" v="112" actId="20577"/>
          <ac:spMkLst>
            <pc:docMk/>
            <pc:sldMk cId="0" sldId="257"/>
            <ac:spMk id="8" creationId="{00000000-0000-0000-0000-000000000000}"/>
          </ac:spMkLst>
        </pc:spChg>
        <pc:spChg chg="del">
          <ac:chgData name="Shaik, Khaja {PEP}" userId="af594e6b-185c-4e25-9752-b7d60b545147" providerId="ADAL" clId="{9FF9BD8E-034D-54D7-95B7-843FED4B39B3}" dt="2026-08-27T02:41:06.020" v="66" actId="478"/>
          <ac:spMkLst>
            <pc:docMk/>
            <pc:sldMk cId="0" sldId="257"/>
            <ac:spMk id="12" creationId="{00000000-0000-0000-0000-000000000000}"/>
          </ac:spMkLst>
        </pc:spChg>
      </pc:sldChg>
      <pc:sldChg chg="delSp modSp mod">
        <pc:chgData name="Shaik, Khaja {PEP}" userId="af594e6b-185c-4e25-9752-b7d60b545147" providerId="ADAL" clId="{9FF9BD8E-034D-54D7-95B7-843FED4B39B3}" dt="2026-08-27T02:47:21.513" v="127" actId="1076"/>
        <pc:sldMkLst>
          <pc:docMk/>
          <pc:sldMk cId="0" sldId="258"/>
        </pc:sldMkLst>
        <pc:spChg chg="mod">
          <ac:chgData name="Shaik, Khaja {PEP}" userId="af594e6b-185c-4e25-9752-b7d60b545147" providerId="ADAL" clId="{9FF9BD8E-034D-54D7-95B7-843FED4B39B3}" dt="2026-08-27T02:39:11.267" v="24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39:14.649" v="25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47:21.513" v="127" actId="1076"/>
          <ac:spMkLst>
            <pc:docMk/>
            <pc:sldMk cId="0" sldId="258"/>
            <ac:spMk id="4" creationId="{00000000-0000-0000-0000-000000000000}"/>
          </ac:spMkLst>
        </pc:spChg>
        <pc:spChg chg="del mod">
          <ac:chgData name="Shaik, Khaja {PEP}" userId="af594e6b-185c-4e25-9752-b7d60b545147" providerId="ADAL" clId="{9FF9BD8E-034D-54D7-95B7-843FED4B39B3}" dt="2026-08-27T02:41:10.295" v="68" actId="478"/>
          <ac:spMkLst>
            <pc:docMk/>
            <pc:sldMk cId="0" sldId="258"/>
            <ac:spMk id="14" creationId="{00000000-0000-0000-0000-000000000000}"/>
          </ac:spMkLst>
        </pc:spChg>
      </pc:sldChg>
      <pc:sldChg chg="delSp modSp mod ord">
        <pc:chgData name="Shaik, Khaja {PEP}" userId="af594e6b-185c-4e25-9752-b7d60b545147" providerId="ADAL" clId="{9FF9BD8E-034D-54D7-95B7-843FED4B39B3}" dt="2026-08-27T02:47:35.114" v="128" actId="14100"/>
        <pc:sldMkLst>
          <pc:docMk/>
          <pc:sldMk cId="0" sldId="259"/>
        </pc:sldMkLst>
        <pc:spChg chg="mod">
          <ac:chgData name="Shaik, Khaja {PEP}" userId="af594e6b-185c-4e25-9752-b7d60b545147" providerId="ADAL" clId="{9FF9BD8E-034D-54D7-95B7-843FED4B39B3}" dt="2026-08-27T02:39:19.934" v="27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39:31.133" v="31" actId="141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47:35.114" v="128" actId="14100"/>
          <ac:spMkLst>
            <pc:docMk/>
            <pc:sldMk cId="0" sldId="259"/>
            <ac:spMk id="38" creationId="{00000000-0000-0000-0000-000000000000}"/>
          </ac:spMkLst>
        </pc:spChg>
        <pc:spChg chg="del">
          <ac:chgData name="Shaik, Khaja {PEP}" userId="af594e6b-185c-4e25-9752-b7d60b545147" providerId="ADAL" clId="{9FF9BD8E-034D-54D7-95B7-843FED4B39B3}" dt="2026-08-27T02:41:12.924" v="69" actId="478"/>
          <ac:spMkLst>
            <pc:docMk/>
            <pc:sldMk cId="0" sldId="259"/>
            <ac:spMk id="41" creationId="{00000000-0000-0000-0000-000000000000}"/>
          </ac:spMkLst>
        </pc:spChg>
      </pc:sldChg>
      <pc:sldChg chg="delSp modSp mod">
        <pc:chgData name="Shaik, Khaja {PEP}" userId="af594e6b-185c-4e25-9752-b7d60b545147" providerId="ADAL" clId="{9FF9BD8E-034D-54D7-95B7-843FED4B39B3}" dt="2026-08-27T02:41:16.039" v="70" actId="478"/>
        <pc:sldMkLst>
          <pc:docMk/>
          <pc:sldMk cId="0" sldId="260"/>
        </pc:sldMkLst>
        <pc:spChg chg="mod">
          <ac:chgData name="Shaik, Khaja {PEP}" userId="af594e6b-185c-4e25-9752-b7d60b545147" providerId="ADAL" clId="{9FF9BD8E-034D-54D7-95B7-843FED4B39B3}" dt="2026-08-27T02:39:47.999" v="49" actId="14100"/>
          <ac:spMkLst>
            <pc:docMk/>
            <pc:sldMk cId="0" sldId="260"/>
            <ac:spMk id="2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39:52.445" v="50" actId="14100"/>
          <ac:spMkLst>
            <pc:docMk/>
            <pc:sldMk cId="0" sldId="260"/>
            <ac:spMk id="3" creationId="{00000000-0000-0000-0000-000000000000}"/>
          </ac:spMkLst>
        </pc:spChg>
        <pc:spChg chg="del">
          <ac:chgData name="Shaik, Khaja {PEP}" userId="af594e6b-185c-4e25-9752-b7d60b545147" providerId="ADAL" clId="{9FF9BD8E-034D-54D7-95B7-843FED4B39B3}" dt="2026-08-27T02:41:16.039" v="70" actId="478"/>
          <ac:spMkLst>
            <pc:docMk/>
            <pc:sldMk cId="0" sldId="260"/>
            <ac:spMk id="15" creationId="{00000000-0000-0000-0000-000000000000}"/>
          </ac:spMkLst>
        </pc:spChg>
      </pc:sldChg>
      <pc:sldChg chg="delSp modSp mod">
        <pc:chgData name="Shaik, Khaja {PEP}" userId="af594e6b-185c-4e25-9752-b7d60b545147" providerId="ADAL" clId="{9FF9BD8E-034D-54D7-95B7-843FED4B39B3}" dt="2026-08-27T02:41:18.931" v="71" actId="478"/>
        <pc:sldMkLst>
          <pc:docMk/>
          <pc:sldMk cId="0" sldId="261"/>
        </pc:sldMkLst>
        <pc:spChg chg="mod">
          <ac:chgData name="Shaik, Khaja {PEP}" userId="af594e6b-185c-4e25-9752-b7d60b545147" providerId="ADAL" clId="{9FF9BD8E-034D-54D7-95B7-843FED4B39B3}" dt="2026-08-27T02:39:57.804" v="51" actId="14100"/>
          <ac:spMkLst>
            <pc:docMk/>
            <pc:sldMk cId="0" sldId="261"/>
            <ac:spMk id="2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40:01.701" v="52" actId="14100"/>
          <ac:spMkLst>
            <pc:docMk/>
            <pc:sldMk cId="0" sldId="261"/>
            <ac:spMk id="3" creationId="{00000000-0000-0000-0000-000000000000}"/>
          </ac:spMkLst>
        </pc:spChg>
        <pc:spChg chg="del">
          <ac:chgData name="Shaik, Khaja {PEP}" userId="af594e6b-185c-4e25-9752-b7d60b545147" providerId="ADAL" clId="{9FF9BD8E-034D-54D7-95B7-843FED4B39B3}" dt="2026-08-27T02:41:18.931" v="71" actId="478"/>
          <ac:spMkLst>
            <pc:docMk/>
            <pc:sldMk cId="0" sldId="261"/>
            <ac:spMk id="11" creationId="{00000000-0000-0000-0000-000000000000}"/>
          </ac:spMkLst>
        </pc:spChg>
      </pc:sldChg>
      <pc:sldChg chg="delSp modSp mod">
        <pc:chgData name="Shaik, Khaja {PEP}" userId="af594e6b-185c-4e25-9752-b7d60b545147" providerId="ADAL" clId="{9FF9BD8E-034D-54D7-95B7-843FED4B39B3}" dt="2026-08-27T02:41:21.497" v="72" actId="478"/>
        <pc:sldMkLst>
          <pc:docMk/>
          <pc:sldMk cId="0" sldId="262"/>
        </pc:sldMkLst>
        <pc:spChg chg="mod">
          <ac:chgData name="Shaik, Khaja {PEP}" userId="af594e6b-185c-4e25-9752-b7d60b545147" providerId="ADAL" clId="{9FF9BD8E-034D-54D7-95B7-843FED4B39B3}" dt="2026-08-27T02:40:06.563" v="53" actId="14100"/>
          <ac:spMkLst>
            <pc:docMk/>
            <pc:sldMk cId="0" sldId="262"/>
            <ac:spMk id="2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40:09.376" v="54" actId="14100"/>
          <ac:spMkLst>
            <pc:docMk/>
            <pc:sldMk cId="0" sldId="262"/>
            <ac:spMk id="3" creationId="{00000000-0000-0000-0000-000000000000}"/>
          </ac:spMkLst>
        </pc:spChg>
        <pc:spChg chg="del">
          <ac:chgData name="Shaik, Khaja {PEP}" userId="af594e6b-185c-4e25-9752-b7d60b545147" providerId="ADAL" clId="{9FF9BD8E-034D-54D7-95B7-843FED4B39B3}" dt="2026-08-27T02:41:21.497" v="72" actId="478"/>
          <ac:spMkLst>
            <pc:docMk/>
            <pc:sldMk cId="0" sldId="262"/>
            <ac:spMk id="10" creationId="{00000000-0000-0000-0000-000000000000}"/>
          </ac:spMkLst>
        </pc:spChg>
        <pc:picChg chg="mod">
          <ac:chgData name="Shaik, Khaja {PEP}" userId="af594e6b-185c-4e25-9752-b7d60b545147" providerId="ADAL" clId="{9FF9BD8E-034D-54D7-95B7-843FED4B39B3}" dt="2026-08-27T02:40:14.383" v="55" actId="14100"/>
          <ac:picMkLst>
            <pc:docMk/>
            <pc:sldMk cId="0" sldId="262"/>
            <ac:picMk id="6" creationId="{00000000-0000-0000-0000-000000000000}"/>
          </ac:picMkLst>
        </pc:picChg>
      </pc:sldChg>
      <pc:sldChg chg="modSp mod">
        <pc:chgData name="Shaik, Khaja {PEP}" userId="af594e6b-185c-4e25-9752-b7d60b545147" providerId="ADAL" clId="{9FF9BD8E-034D-54D7-95B7-843FED4B39B3}" dt="2026-08-27T02:41:00.463" v="65" actId="1076"/>
        <pc:sldMkLst>
          <pc:docMk/>
          <pc:sldMk cId="0" sldId="263"/>
        </pc:sldMkLst>
        <pc:spChg chg="mod">
          <ac:chgData name="Shaik, Khaja {PEP}" userId="af594e6b-185c-4e25-9752-b7d60b545147" providerId="ADAL" clId="{9FF9BD8E-034D-54D7-95B7-843FED4B39B3}" dt="2026-08-27T02:40:21.721" v="56" actId="14100"/>
          <ac:spMkLst>
            <pc:docMk/>
            <pc:sldMk cId="0" sldId="263"/>
            <ac:spMk id="2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40:25.463" v="57" actId="14100"/>
          <ac:spMkLst>
            <pc:docMk/>
            <pc:sldMk cId="0" sldId="263"/>
            <ac:spMk id="3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40:53.954" v="64" actId="14100"/>
          <ac:spMkLst>
            <pc:docMk/>
            <pc:sldMk cId="0" sldId="263"/>
            <ac:spMk id="36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41:00.463" v="65" actId="1076"/>
          <ac:spMkLst>
            <pc:docMk/>
            <pc:sldMk cId="0" sldId="263"/>
            <ac:spMk id="38" creationId="{00000000-0000-0000-0000-000000000000}"/>
          </ac:spMkLst>
        </pc:spChg>
      </pc:sldChg>
      <pc:sldChg chg="delSp modSp mod">
        <pc:chgData name="Shaik, Khaja {PEP}" userId="af594e6b-185c-4e25-9752-b7d60b545147" providerId="ADAL" clId="{9FF9BD8E-034D-54D7-95B7-843FED4B39B3}" dt="2026-08-27T02:41:32.205" v="75" actId="14100"/>
        <pc:sldMkLst>
          <pc:docMk/>
          <pc:sldMk cId="0" sldId="264"/>
        </pc:sldMkLst>
        <pc:spChg chg="mod">
          <ac:chgData name="Shaik, Khaja {PEP}" userId="af594e6b-185c-4e25-9752-b7d60b545147" providerId="ADAL" clId="{9FF9BD8E-034D-54D7-95B7-843FED4B39B3}" dt="2026-08-27T02:41:29.060" v="74" actId="14100"/>
          <ac:spMkLst>
            <pc:docMk/>
            <pc:sldMk cId="0" sldId="264"/>
            <ac:spMk id="2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41:32.205" v="75" actId="14100"/>
          <ac:spMkLst>
            <pc:docMk/>
            <pc:sldMk cId="0" sldId="264"/>
            <ac:spMk id="3" creationId="{00000000-0000-0000-0000-000000000000}"/>
          </ac:spMkLst>
        </pc:spChg>
        <pc:spChg chg="del">
          <ac:chgData name="Shaik, Khaja {PEP}" userId="af594e6b-185c-4e25-9752-b7d60b545147" providerId="ADAL" clId="{9FF9BD8E-034D-54D7-95B7-843FED4B39B3}" dt="2026-08-27T02:41:25.760" v="73" actId="478"/>
          <ac:spMkLst>
            <pc:docMk/>
            <pc:sldMk cId="0" sldId="264"/>
            <ac:spMk id="31" creationId="{00000000-0000-0000-0000-000000000000}"/>
          </ac:spMkLst>
        </pc:spChg>
      </pc:sldChg>
      <pc:sldChg chg="delSp modSp mod">
        <pc:chgData name="Shaik, Khaja {PEP}" userId="af594e6b-185c-4e25-9752-b7d60b545147" providerId="ADAL" clId="{9FF9BD8E-034D-54D7-95B7-843FED4B39B3}" dt="2026-08-27T02:41:41.994" v="77" actId="478"/>
        <pc:sldMkLst>
          <pc:docMk/>
          <pc:sldMk cId="0" sldId="265"/>
        </pc:sldMkLst>
        <pc:spChg chg="mod">
          <ac:chgData name="Shaik, Khaja {PEP}" userId="af594e6b-185c-4e25-9752-b7d60b545147" providerId="ADAL" clId="{9FF9BD8E-034D-54D7-95B7-843FED4B39B3}" dt="2026-08-27T02:41:39.459" v="76" actId="14100"/>
          <ac:spMkLst>
            <pc:docMk/>
            <pc:sldMk cId="0" sldId="265"/>
            <ac:spMk id="2" creationId="{00000000-0000-0000-0000-000000000000}"/>
          </ac:spMkLst>
        </pc:spChg>
        <pc:spChg chg="del">
          <ac:chgData name="Shaik, Khaja {PEP}" userId="af594e6b-185c-4e25-9752-b7d60b545147" providerId="ADAL" clId="{9FF9BD8E-034D-54D7-95B7-843FED4B39B3}" dt="2026-08-27T02:41:41.994" v="77" actId="478"/>
          <ac:spMkLst>
            <pc:docMk/>
            <pc:sldMk cId="0" sldId="265"/>
            <ac:spMk id="22" creationId="{00000000-0000-0000-0000-000000000000}"/>
          </ac:spMkLst>
        </pc:spChg>
      </pc:sldChg>
      <pc:sldChg chg="delSp modSp mod ord">
        <pc:chgData name="Shaik, Khaja {PEP}" userId="af594e6b-185c-4e25-9752-b7d60b545147" providerId="ADAL" clId="{9FF9BD8E-034D-54D7-95B7-843FED4B39B3}" dt="2026-08-27T02:47:41.097" v="129" actId="1076"/>
        <pc:sldMkLst>
          <pc:docMk/>
          <pc:sldMk cId="0" sldId="266"/>
        </pc:sldMkLst>
        <pc:spChg chg="mod">
          <ac:chgData name="Shaik, Khaja {PEP}" userId="af594e6b-185c-4e25-9752-b7d60b545147" providerId="ADAL" clId="{9FF9BD8E-034D-54D7-95B7-843FED4B39B3}" dt="2026-08-27T02:41:52.914" v="79" actId="14100"/>
          <ac:spMkLst>
            <pc:docMk/>
            <pc:sldMk cId="0" sldId="266"/>
            <ac:spMk id="2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41:47.805" v="78" actId="14100"/>
          <ac:spMkLst>
            <pc:docMk/>
            <pc:sldMk cId="0" sldId="266"/>
            <ac:spMk id="3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47:41.097" v="129" actId="1076"/>
          <ac:spMkLst>
            <pc:docMk/>
            <pc:sldMk cId="0" sldId="266"/>
            <ac:spMk id="4" creationId="{00000000-0000-0000-0000-000000000000}"/>
          </ac:spMkLst>
        </pc:spChg>
        <pc:spChg chg="del">
          <ac:chgData name="Shaik, Khaja {PEP}" userId="af594e6b-185c-4e25-9752-b7d60b545147" providerId="ADAL" clId="{9FF9BD8E-034D-54D7-95B7-843FED4B39B3}" dt="2026-08-27T02:41:54.664" v="80" actId="478"/>
          <ac:spMkLst>
            <pc:docMk/>
            <pc:sldMk cId="0" sldId="266"/>
            <ac:spMk id="35" creationId="{00000000-0000-0000-0000-000000000000}"/>
          </ac:spMkLst>
        </pc:spChg>
      </pc:sldChg>
      <pc:sldChg chg="delSp modSp mod ord">
        <pc:chgData name="Shaik, Khaja {PEP}" userId="af594e6b-185c-4e25-9752-b7d60b545147" providerId="ADAL" clId="{9FF9BD8E-034D-54D7-95B7-843FED4B39B3}" dt="2026-08-27T02:45:28.092" v="122" actId="20578"/>
        <pc:sldMkLst>
          <pc:docMk/>
          <pc:sldMk cId="0" sldId="267"/>
        </pc:sldMkLst>
        <pc:spChg chg="mod">
          <ac:chgData name="Shaik, Khaja {PEP}" userId="af594e6b-185c-4e25-9752-b7d60b545147" providerId="ADAL" clId="{9FF9BD8E-034D-54D7-95B7-843FED4B39B3}" dt="2026-08-27T02:42:05.822" v="82" actId="14100"/>
          <ac:spMkLst>
            <pc:docMk/>
            <pc:sldMk cId="0" sldId="267"/>
            <ac:spMk id="2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42:01.251" v="81" actId="14100"/>
          <ac:spMkLst>
            <pc:docMk/>
            <pc:sldMk cId="0" sldId="267"/>
            <ac:spMk id="3" creationId="{00000000-0000-0000-0000-000000000000}"/>
          </ac:spMkLst>
        </pc:spChg>
        <pc:spChg chg="del">
          <ac:chgData name="Shaik, Khaja {PEP}" userId="af594e6b-185c-4e25-9752-b7d60b545147" providerId="ADAL" clId="{9FF9BD8E-034D-54D7-95B7-843FED4B39B3}" dt="2026-08-27T02:42:07.974" v="83" actId="478"/>
          <ac:spMkLst>
            <pc:docMk/>
            <pc:sldMk cId="0" sldId="267"/>
            <ac:spMk id="24" creationId="{00000000-0000-0000-0000-000000000000}"/>
          </ac:spMkLst>
        </pc:spChg>
      </pc:sldChg>
      <pc:sldChg chg="modSp mod">
        <pc:chgData name="Shaik, Khaja {PEP}" userId="af594e6b-185c-4e25-9752-b7d60b545147" providerId="ADAL" clId="{9FF9BD8E-034D-54D7-95B7-843FED4B39B3}" dt="2026-08-27T02:42:25.510" v="88" actId="14100"/>
        <pc:sldMkLst>
          <pc:docMk/>
          <pc:sldMk cId="0" sldId="268"/>
        </pc:sldMkLst>
        <pc:spChg chg="mod">
          <ac:chgData name="Shaik, Khaja {PEP}" userId="af594e6b-185c-4e25-9752-b7d60b545147" providerId="ADAL" clId="{9FF9BD8E-034D-54D7-95B7-843FED4B39B3}" dt="2026-08-27T02:42:19.218" v="85" actId="14100"/>
          <ac:spMkLst>
            <pc:docMk/>
            <pc:sldMk cId="0" sldId="268"/>
            <ac:spMk id="2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42:25.510" v="88" actId="14100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Shaik, Khaja {PEP}" userId="af594e6b-185c-4e25-9752-b7d60b545147" providerId="ADAL" clId="{9FF9BD8E-034D-54D7-95B7-843FED4B39B3}" dt="2026-08-27T02:42:33.893" v="90" actId="14100"/>
        <pc:sldMkLst>
          <pc:docMk/>
          <pc:sldMk cId="0" sldId="269"/>
        </pc:sldMkLst>
        <pc:spChg chg="mod">
          <ac:chgData name="Shaik, Khaja {PEP}" userId="af594e6b-185c-4e25-9752-b7d60b545147" providerId="ADAL" clId="{9FF9BD8E-034D-54D7-95B7-843FED4B39B3}" dt="2026-08-27T02:42:33.893" v="90" actId="14100"/>
          <ac:spMkLst>
            <pc:docMk/>
            <pc:sldMk cId="0" sldId="269"/>
            <ac:spMk id="2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42:30.318" v="89" actId="14100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Shaik, Khaja {PEP}" userId="af594e6b-185c-4e25-9752-b7d60b545147" providerId="ADAL" clId="{9FF9BD8E-034D-54D7-95B7-843FED4B39B3}" dt="2026-08-27T02:42:43.428" v="94" actId="14100"/>
        <pc:sldMkLst>
          <pc:docMk/>
          <pc:sldMk cId="0" sldId="270"/>
        </pc:sldMkLst>
        <pc:spChg chg="mod">
          <ac:chgData name="Shaik, Khaja {PEP}" userId="af594e6b-185c-4e25-9752-b7d60b545147" providerId="ADAL" clId="{9FF9BD8E-034D-54D7-95B7-843FED4B39B3}" dt="2026-08-27T02:42:43.428" v="94" actId="14100"/>
          <ac:spMkLst>
            <pc:docMk/>
            <pc:sldMk cId="0" sldId="270"/>
            <ac:spMk id="2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42:40.007" v="93" actId="14100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Shaik, Khaja {PEP}" userId="af594e6b-185c-4e25-9752-b7d60b545147" providerId="ADAL" clId="{9FF9BD8E-034D-54D7-95B7-843FED4B39B3}" dt="2026-08-27T02:42:51.998" v="96" actId="14100"/>
        <pc:sldMkLst>
          <pc:docMk/>
          <pc:sldMk cId="0" sldId="271"/>
        </pc:sldMkLst>
        <pc:spChg chg="mod">
          <ac:chgData name="Shaik, Khaja {PEP}" userId="af594e6b-185c-4e25-9752-b7d60b545147" providerId="ADAL" clId="{9FF9BD8E-034D-54D7-95B7-843FED4B39B3}" dt="2026-08-27T02:42:48.477" v="95" actId="14100"/>
          <ac:spMkLst>
            <pc:docMk/>
            <pc:sldMk cId="0" sldId="271"/>
            <ac:spMk id="2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42:51.998" v="96" actId="14100"/>
          <ac:spMkLst>
            <pc:docMk/>
            <pc:sldMk cId="0" sldId="271"/>
            <ac:spMk id="3" creationId="{00000000-0000-0000-0000-000000000000}"/>
          </ac:spMkLst>
        </pc:spChg>
      </pc:sldChg>
      <pc:sldChg chg="modSp del mod">
        <pc:chgData name="Shaik, Khaja {PEP}" userId="af594e6b-185c-4e25-9752-b7d60b545147" providerId="ADAL" clId="{9FF9BD8E-034D-54D7-95B7-843FED4B39B3}" dt="2026-08-27T02:47:04.779" v="125" actId="2696"/>
        <pc:sldMkLst>
          <pc:docMk/>
          <pc:sldMk cId="0" sldId="272"/>
        </pc:sldMkLst>
        <pc:spChg chg="mod">
          <ac:chgData name="Shaik, Khaja {PEP}" userId="af594e6b-185c-4e25-9752-b7d60b545147" providerId="ADAL" clId="{9FF9BD8E-034D-54D7-95B7-843FED4B39B3}" dt="2026-08-27T02:42:57.740" v="97" actId="14100"/>
          <ac:spMkLst>
            <pc:docMk/>
            <pc:sldMk cId="0" sldId="272"/>
            <ac:spMk id="2" creationId="{00000000-0000-0000-0000-000000000000}"/>
          </ac:spMkLst>
        </pc:spChg>
        <pc:spChg chg="mod">
          <ac:chgData name="Shaik, Khaja {PEP}" userId="af594e6b-185c-4e25-9752-b7d60b545147" providerId="ADAL" clId="{9FF9BD8E-034D-54D7-95B7-843FED4B39B3}" dt="2026-08-27T02:42:58.872" v="98" actId="1076"/>
          <ac:spMkLst>
            <pc:docMk/>
            <pc:sldMk cId="0" sldId="272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80EAC-78F7-8C4D-9497-8F82857947B7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CCCED3-0D0C-1E49-9335-E686862E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95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CCED3-0D0C-1E49-9335-E686862E45E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089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188720"/>
            <a:ext cx="10972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982661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rPr dirty="0"/>
              <a:t>Evidence-Governed</a:t>
            </a:r>
            <a:r>
              <a:rPr lang="en-US" dirty="0"/>
              <a:t> </a:t>
            </a:r>
            <a:r>
              <a:rPr dirty="0"/>
              <a:t>Agent Harnesses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102048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86C1"/>
                </a:solidFill>
              </a:defRPr>
            </a:pPr>
            <a:r>
              <a:rPr dirty="0"/>
              <a:t>Making Evidence Survive Long-Running Agent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3840480"/>
            <a:ext cx="9465103" cy="62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0">
                <a:solidFill>
                  <a:srgbClr val="BDC3C7"/>
                </a:solidFill>
              </a:defRPr>
            </a:pPr>
            <a:r>
              <a:rPr dirty="0"/>
              <a:t>What should an agent remember after a crash at step 40 of 60?</a:t>
            </a:r>
          </a:p>
          <a:p>
            <a:pPr>
              <a:spcAft>
                <a:spcPts val="840"/>
              </a:spcAft>
              <a:defRPr sz="1400" b="0">
                <a:solidFill>
                  <a:srgbClr val="BDC3C7"/>
                </a:solidFill>
              </a:defRPr>
            </a:pPr>
            <a:r>
              <a:rPr dirty="0"/>
              <a:t>Not just its state — but what it verified, what it accomplished</a:t>
            </a:r>
            <a:r>
              <a:rPr lang="en-US" dirty="0"/>
              <a:t> a</a:t>
            </a:r>
            <a:r>
              <a:rPr dirty="0"/>
              <a:t>nd what it is still allowed to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7680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lang="en-US" dirty="0"/>
              <a:t>Khaja Shaik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</a:defRPr>
            </a:pPr>
            <a:r>
              <a:t>Fifth Elephant Hyderabad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" y="73152"/>
            <a:ext cx="12118848" cy="6711696"/>
          </a:xfrm>
          <a:prstGeom prst="rect">
            <a:avLst/>
          </a:prstGeom>
          <a:noFill/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296649"/>
            <a:ext cx="12045696" cy="6711696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20200"/>
            <a:ext cx="12045696" cy="80275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1317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rPr dirty="0"/>
              <a:t>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A4A"/>
                </a:solidFill>
              </a:defRPr>
            </a:pPr>
            <a:r>
              <a:rPr lang="en-US" dirty="0"/>
              <a:t>C</a:t>
            </a:r>
            <a:r>
              <a:rPr dirty="0"/>
              <a:t>EGAH proposition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3504" y="1645920"/>
            <a:ext cx="7991856" cy="100584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400" b="0">
                <a:solidFill>
                  <a:srgbClr val="1B2A4A"/>
                </a:solidFill>
              </a:defRPr>
            </a:pPr>
            <a:r>
              <a:rPr dirty="0"/>
              <a:t>"Observability tells us what happened.</a:t>
            </a:r>
            <a:br>
              <a:rPr dirty="0"/>
            </a:br>
            <a:r>
              <a:rPr dirty="0"/>
              <a:t> EGAH determines whether what happened is still sufficient</a:t>
            </a:r>
            <a:br>
              <a:rPr dirty="0"/>
            </a:br>
            <a:r>
              <a:rPr dirty="0"/>
              <a:t> evidence for what the agent is about to do."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8046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rPr dirty="0"/>
              <a:t>A working, </a:t>
            </a:r>
            <a:r>
              <a:rPr dirty="0" err="1"/>
              <a:t>demoable</a:t>
            </a:r>
            <a:r>
              <a:rPr dirty="0"/>
              <a:t> implementation</a:t>
            </a:r>
            <a:r>
              <a:rPr lang="en-US" dirty="0"/>
              <a:t> </a:t>
            </a:r>
            <a:r>
              <a:rPr dirty="0"/>
              <a:t>why evidence must be treated as durable runtime state, not just telemetry.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2A4A"/>
                </a:solidFill>
              </a:defRPr>
            </a:pPr>
            <a:r>
              <a:t>•  Evidence checkpoints at consequential workflow boundaries</a:t>
            </a:r>
          </a:p>
          <a:p>
            <a:pPr>
              <a:spcAft>
                <a:spcPts val="800"/>
              </a:spcAft>
              <a:defRPr sz="1400">
                <a:solidFill>
                  <a:srgbClr val="1B2A4A"/>
                </a:solidFill>
              </a:defRPr>
            </a:pPr>
            <a:r>
              <a:t>•  Crash recovery with evidence-governed continuation</a:t>
            </a:r>
          </a:p>
          <a:p>
            <a:pPr>
              <a:spcAft>
                <a:spcPts val="800"/>
              </a:spcAft>
              <a:defRPr sz="1400">
                <a:solidFill>
                  <a:srgbClr val="1B2A4A"/>
                </a:solidFill>
              </a:defRPr>
            </a:pPr>
            <a:r>
              <a:t>•  Verification history and resource accounting</a:t>
            </a:r>
          </a:p>
          <a:p>
            <a:pPr>
              <a:spcAft>
                <a:spcPts val="800"/>
              </a:spcAft>
              <a:defRPr sz="1400">
                <a:solidFill>
                  <a:srgbClr val="1B2A4A"/>
                </a:solidFill>
              </a:defRPr>
            </a:pPr>
            <a:r>
              <a:t>•  Full audit trail from request to outcome</a:t>
            </a:r>
          </a:p>
          <a:p>
            <a:pPr>
              <a:spcAft>
                <a:spcPts val="800"/>
              </a:spcAft>
              <a:defRPr sz="1400">
                <a:solidFill>
                  <a:srgbClr val="1B2A4A"/>
                </a:solidFill>
              </a:defRPr>
            </a:pPr>
            <a:r>
              <a:t>•  Interactive Traditional vs EGAH recovery comparison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355080"/>
            <a:ext cx="8412480" cy="1524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Evidence-Governed Agent Harnesses  |  Fifth Elephant Hyderabad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73152"/>
            <a:ext cx="12045696" cy="6711696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73152"/>
            <a:ext cx="12045696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88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rPr dirty="0"/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A4A"/>
                </a:solidFill>
              </a:defRPr>
            </a:pPr>
            <a:r>
              <a:t>Agent engineering has progressed from prompts to context, harnesses, loops and graphs. Most production agent frameworks now provide checkpointing, state persistence and observability.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" cy="914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3504" y="1920240"/>
            <a:ext cx="7991856" cy="91440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400" b="0">
                <a:solidFill>
                  <a:srgbClr val="1B2A4A"/>
                </a:solidFill>
              </a:defRPr>
            </a:pPr>
            <a:r>
              <a:t>Critical gap: Checkpoint recovery can restore WHERE the agent was</a:t>
            </a:r>
            <a:br/>
            <a:r>
              <a:t>without restoring WHAT the agent knew, verified, accomplished,</a:t>
            </a:r>
            <a:br/>
            <a:r>
              <a:t>and is still authorized to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This gap becomes consequential in: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1B2A4A"/>
                </a:solidFill>
              </a:defRPr>
            </a:pPr>
            <a:r>
              <a:t>Long-running</a:t>
            </a:r>
            <a:br/>
            <a:r>
              <a:t>workflows</a:t>
            </a:r>
            <a:br/>
            <a:br/>
            <a:r>
              <a:t>Evidence collected early</a:t>
            </a:r>
            <a:br/>
            <a:r>
              <a:t>may become stale before</a:t>
            </a:r>
            <a:br/>
            <a:r>
              <a:t>later actions execute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356616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1B2A4A"/>
                </a:solidFill>
              </a:defRPr>
            </a:pPr>
            <a:r>
              <a:t>Crash-and-resume</a:t>
            </a:r>
            <a:br/>
            <a:r>
              <a:t>scenarios</a:t>
            </a:r>
            <a:br/>
            <a:br/>
            <a:r>
              <a:t>Agent restores execution</a:t>
            </a:r>
            <a:br/>
            <a:r>
              <a:t>state but loses</a:t>
            </a:r>
            <a:br/>
            <a:r>
              <a:t>evidentiary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56616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1B2A4A"/>
                </a:solidFill>
              </a:defRPr>
            </a:pPr>
            <a:r>
              <a:t>Consequential</a:t>
            </a:r>
            <a:br/>
            <a:r>
              <a:t>actions</a:t>
            </a:r>
            <a:br/>
            <a:br/>
            <a:r>
              <a:t>Acting on unverified or</a:t>
            </a:r>
            <a:br/>
            <a:r>
              <a:t>expired evidence produces</a:t>
            </a:r>
            <a:br/>
            <a:r>
              <a:t>unsafe outcomes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6355080"/>
            <a:ext cx="8412480" cy="1524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Evidence-Governed Agent Harnesses  |  Fifth Elephant Hyderabad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73152"/>
            <a:ext cx="12045696" cy="6711696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73152"/>
            <a:ext cx="12045696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Real-World Production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D6EAF8"/>
                </a:solidFill>
              </a:defRPr>
            </a:pPr>
            <a:r>
              <a:t>Bank AI agent · Loan application · 10-step pipeline · Crash at step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</a:defRPr>
            </a:pPr>
            <a:r>
              <a:t>Crashes at 2:14 PM (pod eviction)  →  Recovers at 5:47 PM  →  3.5 hours later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4114800" cy="411480"/>
          </a:xfrm>
          <a:prstGeom prst="roundRect">
            <a:avLst>
              <a:gd name="adj" fmla="val 5000"/>
            </a:avLst>
          </a:prstGeom>
          <a:solidFill>
            <a:srgbClr val="EAFAEF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1">
                <a:solidFill>
                  <a:srgbClr val="27AE60"/>
                </a:solidFill>
              </a:defRPr>
            </a:pPr>
            <a:r>
              <a:t>What Observability Provides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7AE60"/>
                </a:solidFill>
              </a:defRPr>
            </a:pPr>
            <a:r>
              <a:t>✅  Full trace of steps 1–7</a:t>
            </a:r>
          </a:p>
          <a:p>
            <a:pPr>
              <a:spcAft>
                <a:spcPts val="400"/>
              </a:spcAft>
              <a:defRPr sz="1100">
                <a:solidFill>
                  <a:srgbClr val="27AE60"/>
                </a:solidFill>
              </a:defRPr>
            </a:pPr>
            <a:r>
              <a:t>✅  Every LLM call, latency, token count</a:t>
            </a:r>
          </a:p>
          <a:p>
            <a:pPr>
              <a:spcAft>
                <a:spcPts val="400"/>
              </a:spcAft>
              <a:defRPr sz="1100">
                <a:solidFill>
                  <a:srgbClr val="27AE60"/>
                </a:solidFill>
              </a:defRPr>
            </a:pPr>
            <a:r>
              <a:t>✅  Cost: ₹2.40 across 7 steps</a:t>
            </a:r>
          </a:p>
          <a:p>
            <a:pPr>
              <a:spcAft>
                <a:spcPts val="400"/>
              </a:spcAft>
              <a:defRPr sz="1100">
                <a:solidFill>
                  <a:srgbClr val="27AE60"/>
                </a:solidFill>
              </a:defRPr>
            </a:pPr>
            <a:r>
              <a:t>✅  Pod eviction error logged</a:t>
            </a:r>
          </a:p>
          <a:p>
            <a:pPr>
              <a:spcAft>
                <a:spcPts val="400"/>
              </a:spcAft>
              <a:defRPr sz="1100">
                <a:solidFill>
                  <a:srgbClr val="27AE60"/>
                </a:solidFill>
              </a:defRPr>
            </a:pPr>
            <a:r>
              <a:t>✅  "What happened?" — answered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463040"/>
            <a:ext cx="4114800" cy="411480"/>
          </a:xfrm>
          <a:prstGeom prst="roundRect">
            <a:avLst>
              <a:gd name="adj" fmla="val 5000"/>
            </a:avLst>
          </a:prstGeom>
          <a:solidFill>
            <a:srgbClr val="FDEDEC"/>
          </a:solidFill>
          <a:ln w="1016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1">
                <a:solidFill>
                  <a:srgbClr val="E74C3C"/>
                </a:solidFill>
              </a:defRPr>
            </a:pPr>
            <a:r>
              <a:t>What Observability Cannot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6596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74C3C"/>
                </a:solidFill>
              </a:defRPr>
            </a:pPr>
            <a:r>
              <a:t>❌  Is credit score (1:58 PM) still valid?</a:t>
            </a:r>
          </a:p>
          <a:p>
            <a:pPr>
              <a:spcAft>
                <a:spcPts val="400"/>
              </a:spcAft>
              <a:defRPr sz="1100">
                <a:solidFill>
                  <a:srgbClr val="E74C3C"/>
                </a:solidFill>
              </a:defRPr>
            </a:pPr>
            <a:r>
              <a:t>❌  Is employment verification current?</a:t>
            </a:r>
          </a:p>
          <a:p>
            <a:pPr>
              <a:spcAft>
                <a:spcPts val="400"/>
              </a:spcAft>
              <a:defRPr sz="1100">
                <a:solidFill>
                  <a:srgbClr val="E74C3C"/>
                </a:solidFill>
              </a:defRPr>
            </a:pPr>
            <a:r>
              <a:t>❌  Have fraud signals changed?</a:t>
            </a:r>
          </a:p>
          <a:p>
            <a:pPr>
              <a:spcAft>
                <a:spcPts val="400"/>
              </a:spcAft>
              <a:defRPr sz="1100">
                <a:solidFill>
                  <a:srgbClr val="E74C3C"/>
                </a:solidFill>
              </a:defRPr>
            </a:pPr>
            <a:r>
              <a:t>❌  Is risk assessment still applicable?</a:t>
            </a:r>
          </a:p>
          <a:p>
            <a:pPr>
              <a:spcAft>
                <a:spcPts val="400"/>
              </a:spcAft>
              <a:defRPr sz="1100">
                <a:solidFill>
                  <a:srgbClr val="E74C3C"/>
                </a:solidFill>
              </a:defRPr>
            </a:pPr>
            <a:r>
              <a:t>❌  Is the agent still authorized?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749039"/>
            <a:ext cx="8412480" cy="41148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200" b="1">
                <a:solidFill>
                  <a:srgbClr val="2E86C1"/>
                </a:solidFill>
              </a:defRPr>
            </a:pPr>
            <a:r>
              <a:t>EGAH Recovery Plan at 5:47 PM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51960"/>
            <a:ext cx="256032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1B2A4A"/>
                </a:solidFill>
              </a:defRPr>
            </a:pPr>
            <a:r>
              <a:t>Step 2 — Credit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4251960"/>
            <a:ext cx="118872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F39C12"/>
                </a:solidFill>
              </a:defRPr>
            </a:pPr>
            <a:r>
              <a:t>→  REFRESH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251960"/>
            <a:ext cx="438912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900" b="0">
                <a:solidFill>
                  <a:srgbClr val="7F8C8D"/>
                </a:solidFill>
              </a:defRPr>
            </a:pPr>
            <a:r>
              <a:t>(stale, TTL 2h exceeded by 3h 49m)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54296"/>
            <a:ext cx="256032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1B2A4A"/>
                </a:solidFill>
              </a:defRPr>
            </a:pPr>
            <a:r>
              <a:t>Step 3 — Employment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4654296"/>
            <a:ext cx="118872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27AE60"/>
                </a:solidFill>
              </a:defRPr>
            </a:pPr>
            <a:r>
              <a:t>→  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654296"/>
            <a:ext cx="438912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900" b="0">
                <a:solidFill>
                  <a:srgbClr val="7F8C8D"/>
                </a:solidFill>
              </a:defRPr>
            </a:pPr>
            <a:r>
              <a:t>(fresh, TTL 24h, only 3h 45m old)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56632"/>
            <a:ext cx="256032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1B2A4A"/>
                </a:solidFill>
              </a:defRPr>
            </a:pPr>
            <a:r>
              <a:t>Step 6 — Risk Assessment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5056632"/>
            <a:ext cx="118872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F39C12"/>
                </a:solidFill>
              </a:defRPr>
            </a:pPr>
            <a:r>
              <a:t>→  REFRESH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5056632"/>
            <a:ext cx="438912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900" b="0">
                <a:solidFill>
                  <a:srgbClr val="7F8C8D"/>
                </a:solidFill>
              </a:defRPr>
            </a:pPr>
            <a:r>
              <a:t>(upstream dependency on stale credit score)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50408"/>
            <a:ext cx="8046720" cy="365760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Decision:  REFRESH steps 2, 6  →  then RESUME at step 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355080"/>
            <a:ext cx="8412480" cy="1524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Evidence-Governed Agent Harnesses  |  Fifth Elephant Hyderabad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296435"/>
            <a:ext cx="12045696" cy="6711696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15240"/>
            <a:ext cx="12045696" cy="9753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D6EAF8"/>
                </a:solidFill>
              </a:defRPr>
            </a:pPr>
            <a:r>
              <a:t>10-step document analysis agent · Evidence checkpoints at steps 3, 6, 9 · Crash at step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91440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27AE60"/>
                </a:solidFill>
              </a:defRPr>
            </a:pPr>
            <a:r>
              <a:t>Step 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8760" y="1097280"/>
            <a:ext cx="256032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Receive Document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097280"/>
            <a:ext cx="256032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27AE60"/>
                </a:solidFill>
              </a:defRPr>
            </a:pPr>
            <a:r>
              <a:t>✅ completed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81328"/>
            <a:ext cx="91440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27AE60"/>
                </a:solidFill>
              </a:defRPr>
            </a:pPr>
            <a:r>
              <a:t>Step 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1481328"/>
            <a:ext cx="256032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Parse 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481328"/>
            <a:ext cx="256032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27AE60"/>
                </a:solidFill>
              </a:defRPr>
            </a:pPr>
            <a:r>
              <a:t>✅ completed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865376"/>
            <a:ext cx="914400" cy="347472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2E86C1"/>
                </a:solidFill>
              </a:defRPr>
            </a:pPr>
            <a:r>
              <a:t>Step 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1865376"/>
            <a:ext cx="2560320" cy="347472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Extract Entities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1865376"/>
            <a:ext cx="2560320" cy="347472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2E86C1"/>
                </a:solidFill>
              </a:defRPr>
            </a:pPr>
            <a:r>
              <a:t>✅ 🔒 CHECKPOINT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249424"/>
            <a:ext cx="91440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27AE60"/>
                </a:solidFill>
              </a:defRPr>
            </a:pPr>
            <a:r>
              <a:t>Step 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8760" y="2249424"/>
            <a:ext cx="256032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Classify Content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2249424"/>
            <a:ext cx="256032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27AE60"/>
                </a:solidFill>
              </a:defRPr>
            </a:pPr>
            <a:r>
              <a:t>✅ completed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33472"/>
            <a:ext cx="91440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27AE60"/>
                </a:solidFill>
              </a:defRPr>
            </a:pPr>
            <a:r>
              <a:t>Step 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8760" y="2633472"/>
            <a:ext cx="256032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Cross-Reference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2633472"/>
            <a:ext cx="256032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27AE60"/>
                </a:solidFill>
              </a:defRPr>
            </a:pPr>
            <a:r>
              <a:t>✅ completed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017520"/>
            <a:ext cx="914400" cy="347472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2E86C1"/>
                </a:solidFill>
              </a:defRPr>
            </a:pPr>
            <a:r>
              <a:t>Step 06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08760" y="3017520"/>
            <a:ext cx="2560320" cy="347472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Assess Risk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3017520"/>
            <a:ext cx="2560320" cy="347472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2E86C1"/>
                </a:solidFill>
              </a:defRPr>
            </a:pPr>
            <a:r>
              <a:t>✅ 🔒 CHECKPOINT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401568"/>
            <a:ext cx="914400" cy="347472"/>
          </a:xfrm>
          <a:prstGeom prst="roundRect">
            <a:avLst>
              <a:gd name="adj" fmla="val 5000"/>
            </a:avLst>
          </a:prstGeom>
          <a:solidFill>
            <a:srgbClr val="FDEDEC"/>
          </a:solidFill>
          <a:ln w="1016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E74C3C"/>
                </a:solidFill>
              </a:defRPr>
            </a:pPr>
            <a:r>
              <a:t>Step 07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08760" y="3401568"/>
            <a:ext cx="2560320" cy="347472"/>
          </a:xfrm>
          <a:prstGeom prst="roundRect">
            <a:avLst>
              <a:gd name="adj" fmla="val 5000"/>
            </a:avLst>
          </a:prstGeom>
          <a:solidFill>
            <a:srgbClr val="FDEDEC"/>
          </a:solidFill>
          <a:ln w="1016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Generate Findings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3401568"/>
            <a:ext cx="2560320" cy="347472"/>
          </a:xfrm>
          <a:prstGeom prst="roundRect">
            <a:avLst>
              <a:gd name="adj" fmla="val 5000"/>
            </a:avLst>
          </a:prstGeom>
          <a:solidFill>
            <a:srgbClr val="FDEDEC"/>
          </a:solidFill>
          <a:ln w="1016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E74C3C"/>
                </a:solidFill>
              </a:defRPr>
            </a:pPr>
            <a:r>
              <a:t>💥 CRASH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785616"/>
            <a:ext cx="91440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7F8C8D"/>
                </a:solidFill>
              </a:defRPr>
            </a:pPr>
            <a:r>
              <a:t>Step 08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08760" y="3785616"/>
            <a:ext cx="256032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Validate Findings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0" y="3785616"/>
            <a:ext cx="256032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7F8C8D"/>
                </a:solidFill>
              </a:defRPr>
            </a:pPr>
            <a:r>
              <a:t>⬜ pending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169664"/>
            <a:ext cx="914400" cy="347472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7F8C8D"/>
                </a:solidFill>
              </a:defRPr>
            </a:pPr>
            <a:r>
              <a:t>Step 09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08760" y="4169664"/>
            <a:ext cx="2560320" cy="347472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Create Report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0" y="4169664"/>
            <a:ext cx="2560320" cy="347472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7F8C8D"/>
                </a:solidFill>
              </a:defRPr>
            </a:pPr>
            <a:r>
              <a:t>⬜ 🔒 CHECKPOINT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553712"/>
            <a:ext cx="91440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7F8C8D"/>
                </a:solidFill>
              </a:defRPr>
            </a:pPr>
            <a:r>
              <a:t>Step 10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08760" y="4553712"/>
            <a:ext cx="256032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Finalize &amp; Sign-off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0" y="4553712"/>
            <a:ext cx="256032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7F8C8D"/>
                </a:solidFill>
              </a:defRPr>
            </a:pPr>
            <a:r>
              <a:t>⬜ pending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120640"/>
            <a:ext cx="54864" cy="5943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03504" y="5120640"/>
            <a:ext cx="6071616" cy="59436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1B2A4A"/>
                </a:solidFill>
              </a:defRPr>
            </a:pPr>
            <a:r>
              <a:t>Traditional recovery resumes at step 7 — blindly. No check on entity validity,</a:t>
            </a:r>
            <a:br/>
            <a:r>
              <a:t>risk freshness, authorization, or evidence state.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120640"/>
            <a:ext cx="26777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86C1"/>
                </a:solidFill>
              </a:defRPr>
            </a:pPr>
            <a:r>
              <a:rPr dirty="0"/>
              <a:t>State survived.</a:t>
            </a:r>
            <a:br>
              <a:rPr dirty="0"/>
            </a:br>
            <a:r>
              <a:rPr dirty="0"/>
              <a:t>But did the evidence survive?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355080"/>
            <a:ext cx="8412480" cy="1524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Evidence-Governed Agent Harnesses  |  Fifth Elephant Hyderabad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73152"/>
            <a:ext cx="12045696" cy="6711696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73152"/>
            <a:ext cx="12045696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42316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rPr dirty="0"/>
              <a:t>How EGAH Differs from Existing Observability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4114800" cy="5486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1">
                <a:solidFill>
                  <a:srgbClr val="1B2A4A"/>
                </a:solidFill>
              </a:defRPr>
            </a:pPr>
            <a:r>
              <a:t>What already exists</a:t>
            </a:r>
            <a:br/>
            <a:r>
              <a:t>(OTel, Langfuse, Phoenix, Datadog)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B2A4A"/>
                </a:solidFill>
              </a:defRPr>
            </a:pPr>
            <a:r>
              <a:t>•  LLM generations, tool calls, retrieval</a:t>
            </a:r>
          </a:p>
          <a:p>
            <a:pPr>
              <a:spcAft>
                <a:spcPts val="400"/>
              </a:spcAft>
              <a:defRPr sz="1100">
                <a:solidFill>
                  <a:srgbClr val="1B2A4A"/>
                </a:solidFill>
              </a:defRPr>
            </a:pPr>
            <a:r>
              <a:t>•  Token usage, cost, latency</a:t>
            </a:r>
          </a:p>
          <a:p>
            <a:pPr>
              <a:spcAft>
                <a:spcPts val="400"/>
              </a:spcAft>
              <a:defRPr sz="1100">
                <a:solidFill>
                  <a:srgbClr val="1B2A4A"/>
                </a:solidFill>
              </a:defRPr>
            </a:pPr>
            <a:r>
              <a:t>•  Hierarchical traces across steps</a:t>
            </a:r>
          </a:p>
          <a:p>
            <a:pPr>
              <a:spcAft>
                <a:spcPts val="400"/>
              </a:spcAft>
              <a:defRPr sz="1100">
                <a:solidFill>
                  <a:srgbClr val="1B2A4A"/>
                </a:solidFill>
              </a:defRPr>
            </a:pPr>
            <a:r>
              <a:t>•  Quality scores and evaluations</a:t>
            </a:r>
          </a:p>
          <a:p>
            <a:pPr>
              <a:spcAft>
                <a:spcPts val="400"/>
              </a:spcAft>
              <a:defRPr sz="1100">
                <a:solidFill>
                  <a:srgbClr val="1B2A4A"/>
                </a:solidFill>
              </a:defRPr>
            </a:pPr>
            <a:r>
              <a:t>•  Answer: "What happened?"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51560"/>
            <a:ext cx="4114800" cy="54864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1">
                <a:solidFill>
                  <a:srgbClr val="2E86C1"/>
                </a:solidFill>
              </a:defRPr>
            </a:pPr>
            <a:r>
              <a:t>What EGAH adds on 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69164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E86C1"/>
                </a:solidFill>
              </a:defRPr>
            </a:pPr>
            <a:r>
              <a:t>•  Decision-bearing evidence layer</a:t>
            </a:r>
          </a:p>
          <a:p>
            <a:pPr>
              <a:spcAft>
                <a:spcPts val="400"/>
              </a:spcAft>
              <a:defRPr sz="1100">
                <a:solidFill>
                  <a:srgbClr val="2E86C1"/>
                </a:solidFill>
              </a:defRPr>
            </a:pPr>
            <a:r>
              <a:t>•  Evidence envelopes with provenance &amp; TTL</a:t>
            </a:r>
          </a:p>
          <a:p>
            <a:pPr>
              <a:spcAft>
                <a:spcPts val="400"/>
              </a:spcAft>
              <a:defRPr sz="1100">
                <a:solidFill>
                  <a:srgbClr val="2E86C1"/>
                </a:solidFill>
              </a:defRPr>
            </a:pPr>
            <a:r>
              <a:t>•  Freshness analysis and validity checks</a:t>
            </a:r>
          </a:p>
          <a:p>
            <a:pPr>
              <a:spcAft>
                <a:spcPts val="400"/>
              </a:spcAft>
              <a:defRPr sz="1100">
                <a:solidFill>
                  <a:srgbClr val="2E86C1"/>
                </a:solidFill>
              </a:defRPr>
            </a:pPr>
            <a:r>
              <a:t>•  Policy: ACT / REFRESH / ASK / ABSTAIN</a:t>
            </a:r>
          </a:p>
          <a:p>
            <a:pPr>
              <a:spcAft>
                <a:spcPts val="400"/>
              </a:spcAft>
              <a:defRPr sz="1100">
                <a:solidFill>
                  <a:srgbClr val="2E86C1"/>
                </a:solidFill>
              </a:defRPr>
            </a:pPr>
            <a:r>
              <a:t>•  Answer: "What can happen next?"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429000"/>
            <a:ext cx="2286000" cy="347472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Dimension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3429000"/>
            <a:ext cx="2926080" cy="347472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Observability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3429000"/>
            <a:ext cx="3108960" cy="347472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EGAH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794760"/>
            <a:ext cx="228600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Primary question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3794760"/>
            <a:ext cx="292608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What happened?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794760"/>
            <a:ext cx="3108960" cy="347472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2E86C1"/>
                </a:solidFill>
              </a:defRPr>
            </a:pPr>
            <a:r>
              <a:t>What can happen next?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160520"/>
            <a:ext cx="228600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Purpose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4160520"/>
            <a:ext cx="292608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Records execution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4160520"/>
            <a:ext cx="3108960" cy="347472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2E86C1"/>
                </a:solidFill>
              </a:defRPr>
            </a:pPr>
            <a:r>
              <a:t>Governs continuation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526280"/>
            <a:ext cx="228600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Nature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80" y="4526280"/>
            <a:ext cx="292608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Retrospective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4526280"/>
            <a:ext cx="3108960" cy="347472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2E86C1"/>
                </a:solidFill>
              </a:defRPr>
            </a:pPr>
            <a:r>
              <a:t>Prospective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892040"/>
            <a:ext cx="228600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Verification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97480" y="4892040"/>
            <a:ext cx="292608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Not built-in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0" y="4892040"/>
            <a:ext cx="3108960" cy="347472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2E86C1"/>
                </a:solidFill>
              </a:defRPr>
            </a:pPr>
            <a:r>
              <a:t>First-class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257800"/>
            <a:ext cx="228600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Freshness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5257800"/>
            <a:ext cx="292608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Timestamp on logs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0" y="5257800"/>
            <a:ext cx="3108960" cy="347472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2E86C1"/>
                </a:solidFill>
              </a:defRPr>
            </a:pPr>
            <a:r>
              <a:t>Active validity analysis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623560"/>
            <a:ext cx="228600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Crash recovery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5623560"/>
            <a:ext cx="292608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Shows trace to crash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0" y="5623560"/>
            <a:ext cx="3108960" cy="347472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2E86C1"/>
                </a:solidFill>
              </a:defRPr>
            </a:pPr>
            <a:r>
              <a:t>Restores + validates 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989320"/>
            <a:ext cx="228600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Policy decisions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5989320"/>
            <a:ext cx="2926080" cy="34747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Not applicable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5989320"/>
            <a:ext cx="3108960" cy="347472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2E86C1"/>
                </a:solidFill>
              </a:defRPr>
            </a:pPr>
            <a:r>
              <a:t>ACT / REFRESH / ASK / ABSTAIN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355080"/>
            <a:ext cx="8412480" cy="1524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Evidence-Governed Agent Harnesses  |  Fifth Elephant Hyderabad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285803"/>
            <a:ext cx="12045696" cy="6711696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73152"/>
            <a:ext cx="12045696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Solution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D6EAF8"/>
                </a:solidFill>
              </a:defRPr>
            </a:pPr>
            <a:r>
              <a:t>EGAH introduces an evidence layer directly into the agent execution 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8046720" cy="41148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200" b="0">
                <a:solidFill>
                  <a:srgbClr val="7F8C8D"/>
                </a:solidFill>
              </a:defRPr>
            </a:pPr>
            <a:r>
              <a:t>Traditional:   Plan  →  Tool Call  →  Result  →  Next Step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8046720" cy="41148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200" b="1">
                <a:solidFill>
                  <a:srgbClr val="2E86C1"/>
                </a:solidFill>
              </a:defRPr>
            </a:pPr>
            <a:r>
              <a:t>EGAH:   Plan  →  Evidence Checkpoint  →  Tool Call  →  Result Verification  →  Evidence Update  →  Next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At each evidence checkpoint: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B2A4A"/>
                </a:solidFill>
              </a:defRPr>
            </a:pPr>
            <a:r>
              <a:t>1.  Captures current execution + evidence state</a:t>
            </a:r>
          </a:p>
          <a:p>
            <a:pPr>
              <a:spcAft>
                <a:spcPts val="500"/>
              </a:spcAft>
              <a:defRPr sz="1200">
                <a:solidFill>
                  <a:srgbClr val="1B2A4A"/>
                </a:solidFill>
              </a:defRPr>
            </a:pPr>
            <a:r>
              <a:t>2.  Creates an evidence envelope</a:t>
            </a:r>
          </a:p>
          <a:p>
            <a:pPr>
              <a:spcAft>
                <a:spcPts val="500"/>
              </a:spcAft>
              <a:defRPr sz="1200">
                <a:solidFill>
                  <a:srgbClr val="1B2A4A"/>
                </a:solidFill>
              </a:defRPr>
            </a:pPr>
            <a:r>
              <a:t>     (provenance, timestamp, content, status)</a:t>
            </a:r>
          </a:p>
          <a:p>
            <a:pPr>
              <a:spcAft>
                <a:spcPts val="500"/>
              </a:spcAft>
              <a:defRPr sz="1200">
                <a:solidFill>
                  <a:srgbClr val="1B2A4A"/>
                </a:solidFill>
              </a:defRPr>
            </a:pPr>
            <a:r>
              <a:t>3.  Verifies evidence against a policy</a:t>
            </a:r>
          </a:p>
          <a:p>
            <a:pPr>
              <a:spcAft>
                <a:spcPts val="500"/>
              </a:spcAft>
              <a:defRPr sz="1200">
                <a:solidFill>
                  <a:srgbClr val="1B2A4A"/>
                </a:solidFill>
              </a:defRPr>
            </a:pPr>
            <a:r>
              <a:t>4.  Decides: ACT / REFRESH / ASK / ABSTAIN</a:t>
            </a:r>
          </a:p>
          <a:p>
            <a:pPr>
              <a:spcAft>
                <a:spcPts val="500"/>
              </a:spcAft>
              <a:defRPr sz="1200">
                <a:solidFill>
                  <a:srgbClr val="1B2A4A"/>
                </a:solidFill>
              </a:defRPr>
            </a:pPr>
            <a:r>
              <a:t>5.  Persists envelope + verification durably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2286000"/>
            <a:ext cx="12700" cy="3200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22860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On crash recovery, EGAH: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65176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B2A4A"/>
                </a:solidFill>
              </a:defRPr>
            </a:pPr>
            <a:r>
              <a:t>1.  Restores execution state</a:t>
            </a:r>
          </a:p>
          <a:p>
            <a:pPr>
              <a:spcAft>
                <a:spcPts val="500"/>
              </a:spcAft>
              <a:defRPr sz="1200">
                <a:solidFill>
                  <a:srgbClr val="1B2A4A"/>
                </a:solidFill>
              </a:defRPr>
            </a:pPr>
            <a:r>
              <a:t>2.  Restores evidence state (all envelopes)</a:t>
            </a:r>
          </a:p>
          <a:p>
            <a:pPr>
              <a:spcAft>
                <a:spcPts val="500"/>
              </a:spcAft>
              <a:defRPr sz="1200">
                <a:solidFill>
                  <a:srgbClr val="1B2A4A"/>
                </a:solidFill>
              </a:defRPr>
            </a:pPr>
            <a:r>
              <a:t>3.  Restores verification history</a:t>
            </a:r>
          </a:p>
          <a:p>
            <a:pPr>
              <a:spcAft>
                <a:spcPts val="500"/>
              </a:spcAft>
              <a:defRPr sz="1200">
                <a:solidFill>
                  <a:srgbClr val="1B2A4A"/>
                </a:solidFill>
              </a:defRPr>
            </a:pPr>
            <a:r>
              <a:t>4.  Analyses evidence freshness &amp; validity</a:t>
            </a:r>
          </a:p>
          <a:p>
            <a:pPr>
              <a:spcAft>
                <a:spcPts val="500"/>
              </a:spcAft>
              <a:defRPr sz="1200">
                <a:solidFill>
                  <a:srgbClr val="1B2A4A"/>
                </a:solidFill>
              </a:defRPr>
            </a:pPr>
            <a:r>
              <a:t>5.  Generates a recovery plan</a:t>
            </a:r>
          </a:p>
          <a:p>
            <a:pPr>
              <a:spcAft>
                <a:spcPts val="500"/>
              </a:spcAft>
              <a:defRPr sz="1200">
                <a:solidFill>
                  <a:srgbClr val="1B2A4A"/>
                </a:solidFill>
              </a:defRPr>
            </a:pPr>
            <a:r>
              <a:t>     (resume / refresh / escalate / abstain)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6355080"/>
            <a:ext cx="8412480" cy="1524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Evidence-Governed Agent Harnesses  |  Fifth Elephant Hyderabad  |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73152"/>
            <a:ext cx="12045696" cy="6711696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73152"/>
            <a:ext cx="12045696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D6EAF8"/>
                </a:solidFill>
              </a:defRPr>
            </a:pPr>
            <a:r>
              <a:t>End-to-end evidence-governed workflow</a:t>
            </a:r>
          </a:p>
        </p:txBody>
      </p:sp>
      <p:pic>
        <p:nvPicPr>
          <p:cNvPr id="6" name="Picture 5" descr="07_egah_end_to_end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804672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3949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Three core subsystems:  State (graph, checkpoints, memory)  ·  Evidence (provenance, validity, verification)  ·  Telemetry (tokens, cost, latency)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607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</a:defRPr>
            </a:pPr>
            <a:r>
              <a:t>Flow:  Plan → Checkpoint → Policy Gate → Sufficient?  →  ACT  /  REFRESH  /  ASK  /  ABSTAIN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355080"/>
            <a:ext cx="8412480" cy="1524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Evidence-Governed Agent Harnesses  |  Fifth Elephant Hyderabad  |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73152"/>
            <a:ext cx="12045696" cy="6711696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1" y="73152"/>
            <a:ext cx="12045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Runtime &amp; Observability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D6EAF8"/>
                </a:solidFill>
              </a:defRPr>
            </a:pPr>
            <a:r>
              <a:t>EGAH sits above observability — consumes telemetry but governs continuation</a:t>
            </a:r>
          </a:p>
        </p:txBody>
      </p:sp>
      <p:pic>
        <p:nvPicPr>
          <p:cNvPr id="6" name="Picture 5" descr="08_egah_runtime_observability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180" y="1051560"/>
            <a:ext cx="4956899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7607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A4A"/>
                </a:solidFill>
              </a:defRPr>
            </a:pPr>
            <a:r>
              <a:t>Durable evidence state with verification and policy control above the observability plane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8412480" cy="1524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Evidence-Governed Agent Harnesses  |  Fifth Elephant Hyderabad  | 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73152"/>
            <a:ext cx="12045696" cy="6711696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73152"/>
            <a:ext cx="12045696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The 10-Step Example — Normal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82296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000" b="1">
                <a:solidFill>
                  <a:srgbClr val="27AE60"/>
                </a:solidFill>
              </a:defRPr>
            </a:pPr>
            <a:r>
              <a:t>Step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051560"/>
            <a:ext cx="210312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Receive Document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051560"/>
            <a:ext cx="502920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27AE60"/>
                </a:solidFill>
              </a:defRPr>
            </a:pPr>
            <a:r>
              <a:t>✅  output recorded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44752"/>
            <a:ext cx="82296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000" b="1">
                <a:solidFill>
                  <a:srgbClr val="27AE60"/>
                </a:solidFill>
              </a:defRPr>
            </a:pPr>
            <a:r>
              <a:t>Step 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1444752"/>
            <a:ext cx="210312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Parse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444752"/>
            <a:ext cx="502920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27AE60"/>
                </a:solidFill>
              </a:defRPr>
            </a:pPr>
            <a:r>
              <a:t>✅  output recorded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37944"/>
            <a:ext cx="822960" cy="36576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000" b="1">
                <a:solidFill>
                  <a:srgbClr val="2E86C1"/>
                </a:solidFill>
              </a:defRPr>
            </a:pPr>
            <a:r>
              <a:t>Step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1837944"/>
            <a:ext cx="2103120" cy="36576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Extract Entities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837944"/>
            <a:ext cx="5029200" cy="36576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2E86C1"/>
                </a:solidFill>
              </a:defRPr>
            </a:pPr>
            <a:r>
              <a:t>✅  🔒 Evidence Envelope created + verified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231136"/>
            <a:ext cx="82296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000" b="1">
                <a:solidFill>
                  <a:srgbClr val="27AE60"/>
                </a:solidFill>
              </a:defRPr>
            </a:pPr>
            <a:r>
              <a:t>Step 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2231136"/>
            <a:ext cx="210312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Classify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2231136"/>
            <a:ext cx="502920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27AE60"/>
                </a:solidFill>
              </a:defRPr>
            </a:pPr>
            <a:r>
              <a:t>✅  output recorded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624328"/>
            <a:ext cx="82296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000" b="1">
                <a:solidFill>
                  <a:srgbClr val="27AE60"/>
                </a:solidFill>
              </a:defRPr>
            </a:pPr>
            <a:r>
              <a:t>Step 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2624328"/>
            <a:ext cx="210312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Cross-Reference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2624328"/>
            <a:ext cx="502920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27AE60"/>
                </a:solidFill>
              </a:defRPr>
            </a:pPr>
            <a:r>
              <a:t>✅  output recorded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017520"/>
            <a:ext cx="822960" cy="36576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000" b="1">
                <a:solidFill>
                  <a:srgbClr val="2E86C1"/>
                </a:solidFill>
              </a:defRPr>
            </a:pPr>
            <a:r>
              <a:t>Step 06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3017520"/>
            <a:ext cx="2103120" cy="36576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Assess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3017520"/>
            <a:ext cx="5029200" cy="36576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2E86C1"/>
                </a:solidFill>
              </a:defRPr>
            </a:pPr>
            <a:r>
              <a:t>✅  🔒 Evidence Envelope created + verified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410712"/>
            <a:ext cx="82296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000" b="1">
                <a:solidFill>
                  <a:srgbClr val="27AE60"/>
                </a:solidFill>
              </a:defRPr>
            </a:pPr>
            <a:r>
              <a:t>Step 07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17320" y="3410712"/>
            <a:ext cx="210312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Generate Findings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3410712"/>
            <a:ext cx="502920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27AE60"/>
                </a:solidFill>
              </a:defRPr>
            </a:pPr>
            <a:r>
              <a:t>✅  output recorded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803904"/>
            <a:ext cx="82296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000" b="1">
                <a:solidFill>
                  <a:srgbClr val="27AE60"/>
                </a:solidFill>
              </a:defRPr>
            </a:pPr>
            <a:r>
              <a:t>Step 08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17320" y="3803904"/>
            <a:ext cx="210312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Validate Findings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66160" y="3803904"/>
            <a:ext cx="502920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27AE60"/>
                </a:solidFill>
              </a:defRPr>
            </a:pPr>
            <a:r>
              <a:t>✅  output recorded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197096"/>
            <a:ext cx="822960" cy="36576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000" b="1">
                <a:solidFill>
                  <a:srgbClr val="2E86C1"/>
                </a:solidFill>
              </a:defRPr>
            </a:pPr>
            <a:r>
              <a:t>Step 09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7320" y="4197096"/>
            <a:ext cx="2103120" cy="36576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Create Report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66160" y="4197096"/>
            <a:ext cx="5029200" cy="36576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2E86C1"/>
                </a:solidFill>
              </a:defRPr>
            </a:pPr>
            <a:r>
              <a:t>✅  🔒 Evidence Envelope created + verified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590288"/>
            <a:ext cx="82296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000" b="1">
                <a:solidFill>
                  <a:srgbClr val="27AE60"/>
                </a:solidFill>
              </a:defRPr>
            </a:pPr>
            <a:r>
              <a:t>Step 10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17320" y="4590288"/>
            <a:ext cx="210312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Finalize &amp; Sign-off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66160" y="4590288"/>
            <a:ext cx="5029200" cy="3657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27AE60"/>
                </a:solidFill>
              </a:defRPr>
            </a:pPr>
            <a:r>
              <a:t>✅  output recorded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1206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Result: 10 steps completed, 3 evidence envelopes, 3 verifications, full audit trail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355080"/>
            <a:ext cx="8412480" cy="1524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Evidence-Governed Agent Harnesses  |  Fifth Elephant Hyderabad  | 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4448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E86C1"/>
                </a:solidFill>
              </a:defRPr>
            </a:pPr>
            <a:r>
              <a:rPr dirty="0"/>
              <a:t>8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73152"/>
            <a:ext cx="12045696" cy="6711696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1" y="73152"/>
            <a:ext cx="12045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Crash at Step 7 — Traditional vs EGAH Recovery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2194560" cy="438912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Aspect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051560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Traditional 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051560"/>
            <a:ext cx="3200400" cy="438912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EGAH Recovery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27048"/>
            <a:ext cx="219456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1B2A4A"/>
                </a:solidFill>
              </a:defRPr>
            </a:pPr>
            <a:r>
              <a:t>Execution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527048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27AE60"/>
                </a:solidFill>
              </a:defRPr>
            </a:pPr>
            <a:r>
              <a:t>✅ Restored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527048"/>
            <a:ext cx="3200400" cy="438912"/>
          </a:xfrm>
          <a:prstGeom prst="roundRect">
            <a:avLst>
              <a:gd name="adj" fmla="val 5000"/>
            </a:avLst>
          </a:prstGeom>
          <a:solidFill>
            <a:srgbClr val="EAFAEF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27AE60"/>
                </a:solidFill>
              </a:defRPr>
            </a:pPr>
            <a:r>
              <a:t>✅ Restored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002536"/>
            <a:ext cx="219456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1B2A4A"/>
                </a:solidFill>
              </a:defRPr>
            </a:pPr>
            <a:r>
              <a:t>Evidence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2002536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FDEDEC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E74C3C"/>
                </a:solidFill>
              </a:defRPr>
            </a:pPr>
            <a:r>
              <a:t>❌ Not checked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2002536"/>
            <a:ext cx="3200400" cy="438912"/>
          </a:xfrm>
          <a:prstGeom prst="roundRect">
            <a:avLst>
              <a:gd name="adj" fmla="val 5000"/>
            </a:avLst>
          </a:prstGeom>
          <a:solidFill>
            <a:srgbClr val="EAFAEF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27AE60"/>
                </a:solidFill>
              </a:defRPr>
            </a:pPr>
            <a:r>
              <a:t>✅ Restored (2 envelopes)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478024"/>
            <a:ext cx="219456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1B2A4A"/>
                </a:solidFill>
              </a:defRPr>
            </a:pPr>
            <a:r>
              <a:t>Verification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2478024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FDEDEC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E74C3C"/>
                </a:solidFill>
              </a:defRPr>
            </a:pPr>
            <a:r>
              <a:t>❌ Not analysed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2478024"/>
            <a:ext cx="3200400" cy="438912"/>
          </a:xfrm>
          <a:prstGeom prst="roundRect">
            <a:avLst>
              <a:gd name="adj" fmla="val 5000"/>
            </a:avLst>
          </a:prstGeom>
          <a:solidFill>
            <a:srgbClr val="EAFAEF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27AE60"/>
                </a:solidFill>
              </a:defRPr>
            </a:pPr>
            <a:r>
              <a:t>✅ Analysed (2 records)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953512"/>
            <a:ext cx="219456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1B2A4A"/>
                </a:solidFill>
              </a:defRPr>
            </a:pPr>
            <a:r>
              <a:t>Evidence freshness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06040" y="2953512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FDEDEC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E74C3C"/>
                </a:solidFill>
              </a:defRPr>
            </a:pPr>
            <a:r>
              <a:t>❌ Unknown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2953512"/>
            <a:ext cx="3200400" cy="438912"/>
          </a:xfrm>
          <a:prstGeom prst="roundRect">
            <a:avLst>
              <a:gd name="adj" fmla="val 5000"/>
            </a:avLst>
          </a:prstGeom>
          <a:solidFill>
            <a:srgbClr val="EAFAEF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27AE60"/>
                </a:solidFill>
              </a:defRPr>
            </a:pPr>
            <a:r>
              <a:t>✅ Step 3 stale, Step 6 fresh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429000"/>
            <a:ext cx="219456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1B2A4A"/>
                </a:solidFill>
              </a:defRPr>
            </a:pPr>
            <a:r>
              <a:t>Resume decision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06040" y="3429000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Blind resume at step 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0" y="3429000"/>
            <a:ext cx="320040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Conditional: refresh then resume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904488"/>
            <a:ext cx="219456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1B2A4A"/>
                </a:solidFill>
              </a:defRPr>
            </a:pPr>
            <a:r>
              <a:t>Risk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06040" y="3904488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May act on expired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40" y="3904488"/>
            <a:ext cx="320040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Evidence-governed continuation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379976"/>
            <a:ext cx="219456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1">
                <a:solidFill>
                  <a:srgbClr val="1B2A4A"/>
                </a:solidFill>
              </a:defRPr>
            </a:pPr>
            <a:r>
              <a:t>Audit trail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06040" y="4379976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Gap between crash/resume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77840" y="4379976"/>
            <a:ext cx="320040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000" b="0">
                <a:solidFill>
                  <a:srgbClr val="1B2A4A"/>
                </a:solidFill>
              </a:defRPr>
            </a:pPr>
            <a:r>
              <a:t>Full continuity with recovery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355080"/>
            <a:ext cx="8412480" cy="1524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Evidence-Governed Agent Harnesses  |  Fifth Elephant Hyderabad  | 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73152"/>
            <a:ext cx="12045696" cy="6711696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73152"/>
            <a:ext cx="8997696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D6EAF8"/>
                </a:solidFill>
              </a:defRPr>
            </a:pPr>
            <a:r>
              <a:t>The PoC demonstrates in a single end-to-end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65760" cy="502920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097280"/>
            <a:ext cx="7772400" cy="502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1B2A4A"/>
                </a:solidFill>
              </a:defRPr>
            </a:pPr>
            <a:r>
              <a:t>Evidence checkpoints fire at steps 3, 6, 9 — creating durable evidence envelopes with provenance, verification, freshness, and resource consumption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64208"/>
            <a:ext cx="365760" cy="502920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664208"/>
            <a:ext cx="7772400" cy="502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1B2A4A"/>
                </a:solidFill>
              </a:defRPr>
            </a:pPr>
            <a:r>
              <a:t>Crash at step 7 — execution state persisted, evidence state persisted, verification history persisted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31136"/>
            <a:ext cx="365760" cy="502920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231136"/>
            <a:ext cx="7772400" cy="502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1B2A4A"/>
                </a:solidFill>
              </a:defRPr>
            </a:pPr>
            <a:r>
              <a:t>Traditional recovery — resumes blindly with 4 warnings about unchecked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98064"/>
            <a:ext cx="365760" cy="502920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2798064"/>
            <a:ext cx="7772400" cy="502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1B2A4A"/>
                </a:solidFill>
              </a:defRPr>
            </a:pPr>
            <a:r>
              <a:t>EGAH recovery — analyses 2 envelopes, flags 1 as stale, recommends revalidation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64992"/>
            <a:ext cx="365760" cy="502920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364992"/>
            <a:ext cx="7772400" cy="502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1B2A4A"/>
                </a:solidFill>
              </a:defRPr>
            </a:pPr>
            <a:r>
              <a:t>Full audit trail — every step, envelope, verification, token/cost record traceable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365760" cy="502920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931920"/>
            <a:ext cx="7772400" cy="502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1B2A4A"/>
                </a:solidFill>
              </a:defRPr>
            </a:pPr>
            <a:r>
              <a:t>Interactive comparison — side-by-side Traditional vs EGAH in Streamlit 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54880"/>
            <a:ext cx="54864" cy="7772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03504" y="4754880"/>
            <a:ext cx="7991856" cy="77724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300" b="0">
                <a:solidFill>
                  <a:srgbClr val="1B2A4A"/>
                </a:solidFill>
              </a:defRPr>
            </a:pPr>
            <a:r>
              <a:t>Central result: A production agent harness should persist not only WHERE the agent was,</a:t>
            </a:r>
            <a:br/>
            <a:r>
              <a:t>but also WHAT it knew, WHAT it verified, WHAT it accomplished, and WHAT it is still authorized to do.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355080"/>
            <a:ext cx="8412480" cy="1524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Evidence-Governed Agent Harnesses  |  Fifth Elephant Hyderabad  | 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285803"/>
            <a:ext cx="12045696" cy="6711696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73152"/>
            <a:ext cx="12118848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The Outcome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D6EAF8"/>
                </a:solidFill>
              </a:defRPr>
            </a:pPr>
            <a:r>
              <a:t>Without EGAH vs With EGAH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4114800" cy="50292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Without EGAH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097280"/>
            <a:ext cx="4206240" cy="50292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With EGAH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45920"/>
            <a:ext cx="4114800" cy="502920"/>
          </a:xfrm>
          <a:prstGeom prst="roundRect">
            <a:avLst>
              <a:gd name="adj" fmla="val 5000"/>
            </a:avLst>
          </a:prstGeom>
          <a:solidFill>
            <a:srgbClr val="FDEDEC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E74C3C"/>
                </a:solidFill>
              </a:defRPr>
            </a:pPr>
            <a:r>
              <a:t>Resumes using 1:58 PM credit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4206240" cy="502920"/>
          </a:xfrm>
          <a:prstGeom prst="roundRect">
            <a:avLst>
              <a:gd name="adj" fmla="val 5000"/>
            </a:avLst>
          </a:prstGeom>
          <a:solidFill>
            <a:srgbClr val="EAFAEF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27AE60"/>
                </a:solidFill>
              </a:defRPr>
            </a:pPr>
            <a:r>
              <a:t>Detects stale score, refreshes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194560"/>
            <a:ext cx="4114800" cy="502920"/>
          </a:xfrm>
          <a:prstGeom prst="roundRect">
            <a:avLst>
              <a:gd name="adj" fmla="val 5000"/>
            </a:avLst>
          </a:prstGeom>
          <a:solidFill>
            <a:srgbClr val="FDEDEC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E74C3C"/>
                </a:solidFill>
              </a:defRPr>
            </a:pPr>
            <a:r>
              <a:t>Offer on potentially outdated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194560"/>
            <a:ext cx="4206240" cy="502920"/>
          </a:xfrm>
          <a:prstGeom prst="roundRect">
            <a:avLst>
              <a:gd name="adj" fmla="val 5000"/>
            </a:avLst>
          </a:prstGeom>
          <a:solidFill>
            <a:srgbClr val="EAFAEF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27AE60"/>
                </a:solidFill>
              </a:defRPr>
            </a:pPr>
            <a:r>
              <a:t>Offer on current, verified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743200"/>
            <a:ext cx="4114800" cy="502920"/>
          </a:xfrm>
          <a:prstGeom prst="roundRect">
            <a:avLst>
              <a:gd name="adj" fmla="val 5000"/>
            </a:avLst>
          </a:prstGeom>
          <a:solidFill>
            <a:srgbClr val="FDEDEC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E74C3C"/>
                </a:solidFill>
              </a:defRPr>
            </a:pPr>
            <a:r>
              <a:t>Credit drop 782→640 = incorrect offer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743200"/>
            <a:ext cx="4206240" cy="502920"/>
          </a:xfrm>
          <a:prstGeom prst="roundRect">
            <a:avLst>
              <a:gd name="adj" fmla="val 5000"/>
            </a:avLst>
          </a:prstGeom>
          <a:solidFill>
            <a:srgbClr val="EAFAEF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27AE60"/>
                </a:solidFill>
              </a:defRPr>
            </a:pPr>
            <a:r>
              <a:t>Catches change, recomputes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91840"/>
            <a:ext cx="4114800" cy="502920"/>
          </a:xfrm>
          <a:prstGeom prst="roundRect">
            <a:avLst>
              <a:gd name="adj" fmla="val 5000"/>
            </a:avLst>
          </a:prstGeom>
          <a:solidFill>
            <a:srgbClr val="FDEDEC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E74C3C"/>
                </a:solidFill>
              </a:defRPr>
            </a:pPr>
            <a:r>
              <a:t>Compliance gap at resume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291840"/>
            <a:ext cx="4206240" cy="502920"/>
          </a:xfrm>
          <a:prstGeom prst="roundRect">
            <a:avLst>
              <a:gd name="adj" fmla="val 5000"/>
            </a:avLst>
          </a:prstGeom>
          <a:solidFill>
            <a:srgbClr val="EAFAEF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27AE60"/>
                </a:solidFill>
              </a:defRPr>
            </a:pPr>
            <a:r>
              <a:t>Full evidence trail preserved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840480"/>
            <a:ext cx="4114800" cy="502920"/>
          </a:xfrm>
          <a:prstGeom prst="roundRect">
            <a:avLst>
              <a:gd name="adj" fmla="val 5000"/>
            </a:avLst>
          </a:prstGeom>
          <a:solidFill>
            <a:srgbClr val="FDEDEC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E74C3C"/>
                </a:solidFill>
              </a:defRPr>
            </a:pPr>
            <a:r>
              <a:t>Risk: regulatory violation, financial loss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840480"/>
            <a:ext cx="4206240" cy="502920"/>
          </a:xfrm>
          <a:prstGeom prst="roundRect">
            <a:avLst>
              <a:gd name="adj" fmla="val 5000"/>
            </a:avLst>
          </a:prstGeom>
          <a:solidFill>
            <a:srgbClr val="EAFAEF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27AE60"/>
                </a:solidFill>
              </a:defRPr>
            </a:pPr>
            <a:r>
              <a:t>Safe, evidence-governed, auditable continuation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572000"/>
            <a:ext cx="54864" cy="7315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20624" y="4572000"/>
            <a:ext cx="8357616" cy="73152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300" b="0">
                <a:solidFill>
                  <a:srgbClr val="1B2A4A"/>
                </a:solidFill>
              </a:defRPr>
            </a:pPr>
            <a:r>
              <a:t>EGAH exists not to replace observability, but to add the layer observability was never</a:t>
            </a:r>
            <a:br/>
            <a:r>
              <a:t>designed to provide: evidence governance for agent continuation.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355080"/>
            <a:ext cx="8412480" cy="1524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Evidence-Governed Agent Harnesses  |  Fifth Elephant Hyderabad  | 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E86C1"/>
                </a:solidFill>
              </a:defRPr>
            </a:pPr>
            <a: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1" y="73152"/>
            <a:ext cx="12045695" cy="6711696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73152"/>
            <a:ext cx="12045696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Evidence as First-Class Runtime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D6EAF8"/>
                </a:solidFill>
              </a:defRPr>
            </a:pPr>
            <a:r>
              <a:t>An evidence envelope carries more than a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2926080" cy="475488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Identity / Provenance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097280"/>
            <a:ext cx="5212080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200" b="0">
                <a:solidFill>
                  <a:srgbClr val="1B2A4A"/>
                </a:solidFill>
              </a:defRPr>
            </a:pPr>
            <a:r>
              <a:t>Where did this evidence come from?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9344"/>
            <a:ext cx="2926080" cy="475488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Observation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609344"/>
            <a:ext cx="5212080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200" b="0">
                <a:solidFill>
                  <a:srgbClr val="1B2A4A"/>
                </a:solidFill>
              </a:defRPr>
            </a:pPr>
            <a:r>
              <a:t>When was it captured?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21408"/>
            <a:ext cx="2926080" cy="475488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Freshness TTL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121408"/>
            <a:ext cx="5212080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200" b="0">
                <a:solidFill>
                  <a:srgbClr val="1B2A4A"/>
                </a:solidFill>
              </a:defRPr>
            </a:pPr>
            <a:r>
              <a:t>How long is it considered valid?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33472"/>
            <a:ext cx="2926080" cy="475488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Verification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2633472"/>
            <a:ext cx="5212080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200" b="0">
                <a:solidFill>
                  <a:srgbClr val="1B2A4A"/>
                </a:solidFill>
              </a:defRPr>
            </a:pPr>
            <a:r>
              <a:t>Was it verified? By whom?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45536"/>
            <a:ext cx="2926080" cy="475488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Content / Payload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3145536"/>
            <a:ext cx="5212080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200" b="0">
                <a:solidFill>
                  <a:srgbClr val="1B2A4A"/>
                </a:solidFill>
              </a:defRPr>
            </a:pPr>
            <a:r>
              <a:t>What was actually observed?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2926080" cy="475488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Resource Consumption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40" y="3657600"/>
            <a:ext cx="5212080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200" b="0">
                <a:solidFill>
                  <a:srgbClr val="1B2A4A"/>
                </a:solidFill>
              </a:defRPr>
            </a:pPr>
            <a:r>
              <a:t>Tokens, cost, latency for this step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69664"/>
            <a:ext cx="2926080" cy="475488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Outcome Attribution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4169664"/>
            <a:ext cx="5212080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200" b="0">
                <a:solidFill>
                  <a:srgbClr val="1B2A4A"/>
                </a:solidFill>
              </a:defRPr>
            </a:pPr>
            <a:r>
              <a:t>What decision did this evidence support?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54864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03504" y="4846320"/>
            <a:ext cx="7991856" cy="50292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400" b="0">
                <a:solidFill>
                  <a:srgbClr val="1B2A4A"/>
                </a:solidFill>
              </a:defRPr>
            </a:pPr>
            <a:r>
              <a:t>From "I have a value"  →  "I have evidence that is traceable, verified and applicable"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355080"/>
            <a:ext cx="8412480" cy="1524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Evidence-Governed Agent Harnesses  |  Fifth Elephant Hyderabad  | 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E86C1"/>
                </a:solidFill>
              </a:defRPr>
            </a:pPr>
            <a: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73152"/>
            <a:ext cx="12045696" cy="6711696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73152"/>
            <a:ext cx="12045696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The Evidence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D6EAF8"/>
                </a:solidFill>
              </a:defRPr>
            </a:pPr>
            <a:r>
              <a:t>Not every observation becomes evidence. Not every evidence is sufficient for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1143000"/>
            <a:ext cx="2926080" cy="502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200" b="1">
                <a:solidFill>
                  <a:srgbClr val="7F8C8D"/>
                </a:solidFill>
              </a:defRPr>
            </a:pPr>
            <a:r>
              <a:t>Tool Result / LLM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143000"/>
            <a:ext cx="3840480" cy="502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7F8C8D"/>
                </a:solidFill>
              </a:defRPr>
            </a:pPr>
            <a:r>
              <a:t>Raw output from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600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1856232"/>
            <a:ext cx="2926080" cy="502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200" b="1">
                <a:solidFill>
                  <a:srgbClr val="7F8C8D"/>
                </a:solidFill>
              </a:defRPr>
            </a:pPr>
            <a:r>
              <a:t>Telemetry Event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856232"/>
            <a:ext cx="3840480" cy="502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7F8C8D"/>
                </a:solidFill>
              </a:defRPr>
            </a:pPr>
            <a:r>
              <a:t>← Observability captures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3134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2569464"/>
            <a:ext cx="2926080" cy="502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200" b="1">
                <a:solidFill>
                  <a:srgbClr val="1B2A4A"/>
                </a:solidFill>
              </a:defRPr>
            </a:pPr>
            <a:r>
              <a:t>Evidence Candidate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569464"/>
            <a:ext cx="3840480" cy="502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1B2A4A"/>
                </a:solidFill>
              </a:defRPr>
            </a:pPr>
            <a:r>
              <a:t>Promoted to evidence candidate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02666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3282696"/>
            <a:ext cx="2926080" cy="50292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200" b="1">
                <a:solidFill>
                  <a:srgbClr val="2E86C1"/>
                </a:solidFill>
              </a:defRPr>
            </a:pPr>
            <a:r>
              <a:t>Verification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282696"/>
            <a:ext cx="3840480" cy="502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2E86C1"/>
                </a:solidFill>
              </a:defRPr>
            </a:pPr>
            <a:r>
              <a:t>Provenance? Freshness? Integrity? Authorization?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73989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20" y="3995928"/>
            <a:ext cx="2926080" cy="502920"/>
          </a:xfrm>
          <a:prstGeom prst="roundRect">
            <a:avLst>
              <a:gd name="adj" fmla="val 5000"/>
            </a:avLst>
          </a:prstGeom>
          <a:solidFill>
            <a:srgbClr val="EAFAEF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200" b="1">
                <a:solidFill>
                  <a:srgbClr val="27AE60"/>
                </a:solidFill>
              </a:defRPr>
            </a:pPr>
            <a:r>
              <a:t>Durable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3995928"/>
            <a:ext cx="3840480" cy="502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27AE60"/>
                </a:solidFill>
              </a:defRPr>
            </a:pPr>
            <a:r>
              <a:t>← EGAH persists this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4531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</a:defRPr>
            </a:pPr>
            <a: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4709160"/>
            <a:ext cx="2926080" cy="50292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200" b="1">
                <a:solidFill>
                  <a:srgbClr val="2E86C1"/>
                </a:solidFill>
              </a:defRPr>
            </a:pPr>
            <a:r>
              <a:t>Policy Decision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709160"/>
            <a:ext cx="3840480" cy="502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100" b="0">
                <a:solidFill>
                  <a:srgbClr val="2E86C1"/>
                </a:solidFill>
              </a:defRPr>
            </a:pPr>
            <a:r>
              <a:t>ACT / REFRESH / ASK / ABSTAIN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355080"/>
            <a:ext cx="8412480" cy="1524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Evidence-Governed Agent Harnesses  |  Fifth Elephant Hyderabad  | 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E86C1"/>
                </a:solidFill>
              </a:defRPr>
            </a:pPr>
            <a: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73152"/>
            <a:ext cx="12045696" cy="6711696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73152"/>
            <a:ext cx="12045696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D6EAF8"/>
                </a:solidFill>
              </a:defRPr>
            </a:pPr>
            <a:r>
              <a:t>What practitioners should leave with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65760" cy="475488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097280"/>
            <a:ext cx="7772400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300" b="0">
                <a:solidFill>
                  <a:srgbClr val="1B2A4A"/>
                </a:solidFill>
              </a:defRPr>
            </a:pPr>
            <a:r>
              <a:t>Treat evidence as first-class runtime state in long-running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27632"/>
            <a:ext cx="365760" cy="475488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627632"/>
            <a:ext cx="7772400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300" b="0">
                <a:solidFill>
                  <a:srgbClr val="1B2A4A"/>
                </a:solidFill>
              </a:defRPr>
            </a:pPr>
            <a:r>
              <a:t>Preserve evidence and verification history alongside execution checkpoints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57984"/>
            <a:ext cx="365760" cy="475488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157984"/>
            <a:ext cx="7772400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300" b="0">
                <a:solidFill>
                  <a:srgbClr val="1B2A4A"/>
                </a:solidFill>
              </a:defRPr>
            </a:pPr>
            <a:r>
              <a:t>Revalidate evidence at consequential boundaries — not everything, everywhere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88336"/>
            <a:ext cx="365760" cy="475488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2688336"/>
            <a:ext cx="7772400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300" b="0">
                <a:solidFill>
                  <a:srgbClr val="1B2A4A"/>
                </a:solidFill>
              </a:defRPr>
            </a:pPr>
            <a:r>
              <a:t>Use evidence-backed capability boundaries for smaller models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18688"/>
            <a:ext cx="365760" cy="475488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218688"/>
            <a:ext cx="7772400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300" b="0">
                <a:solidFill>
                  <a:srgbClr val="1B2A4A"/>
                </a:solidFill>
              </a:defRPr>
            </a:pPr>
            <a:r>
              <a:t>Link resource consumption to verified outcomes, not cost alone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49040"/>
            <a:ext cx="365760" cy="475488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749040"/>
            <a:ext cx="7772400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300" b="0">
                <a:solidFill>
                  <a:srgbClr val="1B2A4A"/>
                </a:solidFill>
              </a:defRPr>
            </a:pPr>
            <a:r>
              <a:t>Measure overhead and reliability benefit before adding harness abstractions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80560"/>
            <a:ext cx="54864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03504" y="4480560"/>
            <a:ext cx="7991856" cy="640080"/>
          </a:xfrm>
          <a:prstGeom prst="roundRect">
            <a:avLst>
              <a:gd name="adj" fmla="val 5000"/>
            </a:avLst>
          </a:prstGeom>
          <a:solidFill>
            <a:srgbClr val="D6EAF8"/>
          </a:solidFill>
          <a:ln w="10160">
            <a:solidFill>
              <a:srgbClr val="D6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>
              <a:defRPr sz="1500" b="0">
                <a:solidFill>
                  <a:srgbClr val="1B2A4A"/>
                </a:solidFill>
              </a:defRPr>
            </a:pPr>
            <a:r>
              <a:t>The harness should remember not only WHERE the agent was —</a:t>
            </a:r>
            <a:br/>
            <a:r>
              <a:t>but WHY it was allowed to continue.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035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State ≠ Evidence   ·   Evidence needs lifecycle   ·   Verify at boundaries   ·   Capability boundaries   ·   Semantic recovery   ·   Governance earns its place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6355080"/>
            <a:ext cx="8412480" cy="1524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Evidence-Governed Agent Harnesses  |  Fifth Elephant Hyderabad  | 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E86C1"/>
                </a:solidFill>
              </a:defRPr>
            </a:pPr>
            <a:r>
              <a:t>16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1773</Words>
  <Application>Microsoft Macintosh PowerPoint</Application>
  <PresentationFormat>Widescreen</PresentationFormat>
  <Paragraphs>304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Shaik, Khaja {PEP}</cp:lastModifiedBy>
  <cp:revision>1</cp:revision>
  <cp:lastPrinted>2026-08-27T03:11:38Z</cp:lastPrinted>
  <dcterms:created xsi:type="dcterms:W3CDTF">2013-01-27T09:14:16Z</dcterms:created>
  <dcterms:modified xsi:type="dcterms:W3CDTF">2026-08-27T03:11:43Z</dcterms:modified>
  <cp:category/>
</cp:coreProperties>
</file>